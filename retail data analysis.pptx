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omments/comment1.xml" ContentType="application/vnd.openxmlformats-officedocument.presentationml.comment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704" r:id="rId1"/>
    <p:sldMasterId id="2147483705" r:id="rId2"/>
  </p:sldMasterIdLst>
  <p:notesMasterIdLst>
    <p:notesMasterId r:id="rId21"/>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4" r:id="rId20"/>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Shreya Shahu" initials="" lastIdx="2"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3" d="100"/>
          <a:sy n="103" d="100"/>
        </p:scale>
        <p:origin x="874" y="77"/>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commentAuthors" Target="commentAuthors.xml"/></Relationships>
</file>

<file path=ppt/comments/comment1.xml><?xml version="1.0" encoding="utf-8"?>
<p:cmLst xmlns:a="http://schemas.openxmlformats.org/drawingml/2006/main" xmlns:r="http://schemas.openxmlformats.org/officeDocument/2006/relationships" xmlns:p="http://schemas.openxmlformats.org/presentationml/2006/main">
  <p:cm authorId="0" dt="2025-04-10T07:40:43.772" idx="1">
    <p:pos x="6000" y="0"/>
    <p:text>STEP 1 insert code displaying missing value</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7"/>
        <p:cNvGrpSpPr/>
        <p:nvPr/>
      </p:nvGrpSpPr>
      <p:grpSpPr>
        <a:xfrm>
          <a:off x="0" y="0"/>
          <a:ext cx="0" cy="0"/>
          <a:chOff x="0" y="0"/>
          <a:chExt cx="0" cy="0"/>
        </a:xfrm>
      </p:grpSpPr>
      <p:sp>
        <p:nvSpPr>
          <p:cNvPr id="368" name="Google Shape;368;g33e3ae153be_0_10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9" name="Google Shape;369;g33e3ae153be_0_10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4"/>
        <p:cNvGrpSpPr/>
        <p:nvPr/>
      </p:nvGrpSpPr>
      <p:grpSpPr>
        <a:xfrm>
          <a:off x="0" y="0"/>
          <a:ext cx="0" cy="0"/>
          <a:chOff x="0" y="0"/>
          <a:chExt cx="0" cy="0"/>
        </a:xfrm>
      </p:grpSpPr>
      <p:sp>
        <p:nvSpPr>
          <p:cNvPr id="375" name="Google Shape;375;g33e3ae153be_0_10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6" name="Google Shape;376;g33e3ae153be_0_10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6"/>
        <p:cNvGrpSpPr/>
        <p:nvPr/>
      </p:nvGrpSpPr>
      <p:grpSpPr>
        <a:xfrm>
          <a:off x="0" y="0"/>
          <a:ext cx="0" cy="0"/>
          <a:chOff x="0" y="0"/>
          <a:chExt cx="0" cy="0"/>
        </a:xfrm>
      </p:grpSpPr>
      <p:sp>
        <p:nvSpPr>
          <p:cNvPr id="397" name="Google Shape;397;g33e3ae153be_0_10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8" name="Google Shape;398;g33e3ae153be_0_10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2"/>
        <p:cNvGrpSpPr/>
        <p:nvPr/>
      </p:nvGrpSpPr>
      <p:grpSpPr>
        <a:xfrm>
          <a:off x="0" y="0"/>
          <a:ext cx="0" cy="0"/>
          <a:chOff x="0" y="0"/>
          <a:chExt cx="0" cy="0"/>
        </a:xfrm>
      </p:grpSpPr>
      <p:sp>
        <p:nvSpPr>
          <p:cNvPr id="403" name="Google Shape;403;g33e3ae153be_0_11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4" name="Google Shape;404;g33e3ae153be_0_11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0"/>
        <p:cNvGrpSpPr/>
        <p:nvPr/>
      </p:nvGrpSpPr>
      <p:grpSpPr>
        <a:xfrm>
          <a:off x="0" y="0"/>
          <a:ext cx="0" cy="0"/>
          <a:chOff x="0" y="0"/>
          <a:chExt cx="0" cy="0"/>
        </a:xfrm>
      </p:grpSpPr>
      <p:sp>
        <p:nvSpPr>
          <p:cNvPr id="411" name="Google Shape;411;g33e3ae153be_0_11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2" name="Google Shape;412;g33e3ae153be_0_11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9"/>
        <p:cNvGrpSpPr/>
        <p:nvPr/>
      </p:nvGrpSpPr>
      <p:grpSpPr>
        <a:xfrm>
          <a:off x="0" y="0"/>
          <a:ext cx="0" cy="0"/>
          <a:chOff x="0" y="0"/>
          <a:chExt cx="0" cy="0"/>
        </a:xfrm>
      </p:grpSpPr>
      <p:sp>
        <p:nvSpPr>
          <p:cNvPr id="430" name="Google Shape;430;g33e3ae153be_0_12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1" name="Google Shape;431;g33e3ae153be_0_12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5"/>
        <p:cNvGrpSpPr/>
        <p:nvPr/>
      </p:nvGrpSpPr>
      <p:grpSpPr>
        <a:xfrm>
          <a:off x="0" y="0"/>
          <a:ext cx="0" cy="0"/>
          <a:chOff x="0" y="0"/>
          <a:chExt cx="0" cy="0"/>
        </a:xfrm>
      </p:grpSpPr>
      <p:sp>
        <p:nvSpPr>
          <p:cNvPr id="436" name="Google Shape;436;g33e3ae153be_0_12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7" name="Google Shape;437;g33e3ae153be_0_12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6"/>
        <p:cNvGrpSpPr/>
        <p:nvPr/>
      </p:nvGrpSpPr>
      <p:grpSpPr>
        <a:xfrm>
          <a:off x="0" y="0"/>
          <a:ext cx="0" cy="0"/>
          <a:chOff x="0" y="0"/>
          <a:chExt cx="0" cy="0"/>
        </a:xfrm>
      </p:grpSpPr>
      <p:sp>
        <p:nvSpPr>
          <p:cNvPr id="457" name="Google Shape;457;g33e3ae153be_0_12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8" name="Google Shape;458;g33e3ae153be_0_12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1"/>
        <p:cNvGrpSpPr/>
        <p:nvPr/>
      </p:nvGrpSpPr>
      <p:grpSpPr>
        <a:xfrm>
          <a:off x="0" y="0"/>
          <a:ext cx="0" cy="0"/>
          <a:chOff x="0" y="0"/>
          <a:chExt cx="0" cy="0"/>
        </a:xfrm>
      </p:grpSpPr>
      <p:sp>
        <p:nvSpPr>
          <p:cNvPr id="472" name="Google Shape;472;g33e3ae153be_0_12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3" name="Google Shape;473;g33e3ae153be_0_12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6"/>
        <p:cNvGrpSpPr/>
        <p:nvPr/>
      </p:nvGrpSpPr>
      <p:grpSpPr>
        <a:xfrm>
          <a:off x="0" y="0"/>
          <a:ext cx="0" cy="0"/>
          <a:chOff x="0" y="0"/>
          <a:chExt cx="0" cy="0"/>
        </a:xfrm>
      </p:grpSpPr>
      <p:sp>
        <p:nvSpPr>
          <p:cNvPr id="487" name="Google Shape;487;g34ad4866e7f_0_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8" name="Google Shape;488;g34ad4866e7f_0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1"/>
        <p:cNvGrpSpPr/>
        <p:nvPr/>
      </p:nvGrpSpPr>
      <p:grpSpPr>
        <a:xfrm>
          <a:off x="0" y="0"/>
          <a:ext cx="0" cy="0"/>
          <a:chOff x="0" y="0"/>
          <a:chExt cx="0" cy="0"/>
        </a:xfrm>
      </p:grpSpPr>
      <p:sp>
        <p:nvSpPr>
          <p:cNvPr id="502" name="Google Shape;502;g33e3ae153be_0_13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3" name="Google Shape;503;g33e3ae153be_0_13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8"/>
        <p:cNvGrpSpPr/>
        <p:nvPr/>
      </p:nvGrpSpPr>
      <p:grpSpPr>
        <a:xfrm>
          <a:off x="0" y="0"/>
          <a:ext cx="0" cy="0"/>
          <a:chOff x="0" y="0"/>
          <a:chExt cx="0" cy="0"/>
        </a:xfrm>
      </p:grpSpPr>
      <p:sp>
        <p:nvSpPr>
          <p:cNvPr id="509" name="Google Shape;509;g33e3ae153be_0_12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0" name="Google Shape;510;g33e3ae153be_0_12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9"/>
        <p:cNvGrpSpPr/>
        <p:nvPr/>
      </p:nvGrpSpPr>
      <p:grpSpPr>
        <a:xfrm>
          <a:off x="0" y="0"/>
          <a:ext cx="0" cy="0"/>
          <a:chOff x="0" y="0"/>
          <a:chExt cx="0" cy="0"/>
        </a:xfrm>
      </p:grpSpPr>
      <p:sp>
        <p:nvSpPr>
          <p:cNvPr id="520" name="Google Shape;520;g34a5e326d07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1" name="Google Shape;521;g34a5e326d07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6"/>
        <p:cNvGrpSpPr/>
        <p:nvPr/>
      </p:nvGrpSpPr>
      <p:grpSpPr>
        <a:xfrm>
          <a:off x="0" y="0"/>
          <a:ext cx="0" cy="0"/>
          <a:chOff x="0" y="0"/>
          <a:chExt cx="0" cy="0"/>
        </a:xfrm>
      </p:grpSpPr>
      <p:sp>
        <p:nvSpPr>
          <p:cNvPr id="527" name="Google Shape;527;g33e3ae153be_0_11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8" name="Google Shape;528;g33e3ae153be_0_11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0"/>
        <p:cNvGrpSpPr/>
        <p:nvPr/>
      </p:nvGrpSpPr>
      <p:grpSpPr>
        <a:xfrm>
          <a:off x="0" y="0"/>
          <a:ext cx="0" cy="0"/>
          <a:chOff x="0" y="0"/>
          <a:chExt cx="0" cy="0"/>
        </a:xfrm>
      </p:grpSpPr>
      <p:sp>
        <p:nvSpPr>
          <p:cNvPr id="551" name="Google Shape;551;g33e3ae153be_0_17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2" name="Google Shape;552;g33e3ae153be_0_17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6"/>
        <p:cNvGrpSpPr/>
        <p:nvPr/>
      </p:nvGrpSpPr>
      <p:grpSpPr>
        <a:xfrm>
          <a:off x="0" y="0"/>
          <a:ext cx="0" cy="0"/>
          <a:chOff x="0" y="0"/>
          <a:chExt cx="0" cy="0"/>
        </a:xfrm>
      </p:grpSpPr>
      <p:sp>
        <p:nvSpPr>
          <p:cNvPr id="557" name="Google Shape;557;g33e3ae153be_0_13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8" name="Google Shape;558;g33e3ae153be_0_13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2"/>
        <p:cNvGrpSpPr/>
        <p:nvPr/>
      </p:nvGrpSpPr>
      <p:grpSpPr>
        <a:xfrm>
          <a:off x="0" y="0"/>
          <a:ext cx="0" cy="0"/>
          <a:chOff x="0" y="0"/>
          <a:chExt cx="0" cy="0"/>
        </a:xfrm>
      </p:grpSpPr>
      <p:sp>
        <p:nvSpPr>
          <p:cNvPr id="563" name="Google Shape;563;g33e3ae153be_0_17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4" name="Google Shape;564;g33e3ae153be_0_17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6"/>
        <p:cNvGrpSpPr/>
        <p:nvPr/>
      </p:nvGrpSpPr>
      <p:grpSpPr>
        <a:xfrm>
          <a:off x="0" y="0"/>
          <a:ext cx="0" cy="0"/>
          <a:chOff x="0" y="0"/>
          <a:chExt cx="0" cy="0"/>
        </a:xfrm>
      </p:grpSpPr>
      <p:sp>
        <p:nvSpPr>
          <p:cNvPr id="577" name="Google Shape;577;g33e3ae153be_0_14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8" name="Google Shape;578;g33e3ae153be_0_14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cSld name="TITLE_4">
    <p:spTree>
      <p:nvGrpSpPr>
        <p:cNvPr id="1" name="Shape 54"/>
        <p:cNvGrpSpPr/>
        <p:nvPr/>
      </p:nvGrpSpPr>
      <p:grpSpPr>
        <a:xfrm>
          <a:off x="0" y="0"/>
          <a:ext cx="0" cy="0"/>
          <a:chOff x="0" y="0"/>
          <a:chExt cx="0" cy="0"/>
        </a:xfrm>
      </p:grpSpPr>
      <p:sp>
        <p:nvSpPr>
          <p:cNvPr id="55" name="Google Shape;55;p14"/>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56" name="Google Shape;56;p14"/>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a:endParaRPr/>
          </a:p>
        </p:txBody>
      </p:sp>
      <p:sp>
        <p:nvSpPr>
          <p:cNvPr id="57" name="Google Shape;57;p1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p:cSld name="SECTION_HEADER_1">
    <p:spTree>
      <p:nvGrpSpPr>
        <p:cNvPr id="1" name="Shape 58"/>
        <p:cNvGrpSpPr/>
        <p:nvPr/>
      </p:nvGrpSpPr>
      <p:grpSpPr>
        <a:xfrm>
          <a:off x="0" y="0"/>
          <a:ext cx="0" cy="0"/>
          <a:chOff x="0" y="0"/>
          <a:chExt cx="0" cy="0"/>
        </a:xfrm>
      </p:grpSpPr>
      <p:sp>
        <p:nvSpPr>
          <p:cNvPr id="59" name="Google Shape;59;p15"/>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60" name="Google Shape;60;p1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p:cSld name="TITLE_AND_BODY_1">
    <p:spTree>
      <p:nvGrpSpPr>
        <p:cNvPr id="1" name="Shape 61"/>
        <p:cNvGrpSpPr/>
        <p:nvPr/>
      </p:nvGrpSpPr>
      <p:grpSpPr>
        <a:xfrm>
          <a:off x="0" y="0"/>
          <a:ext cx="0" cy="0"/>
          <a:chOff x="0" y="0"/>
          <a:chExt cx="0" cy="0"/>
        </a:xfrm>
      </p:grpSpPr>
      <p:sp>
        <p:nvSpPr>
          <p:cNvPr id="62" name="Google Shape;62;p1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3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23850">
              <a:spcBef>
                <a:spcPts val="0"/>
              </a:spcBef>
              <a:spcAft>
                <a:spcPts val="0"/>
              </a:spcAft>
              <a:buSzPts val="1500"/>
              <a:buChar char="●"/>
              <a:defRPr/>
            </a:lvl1pPr>
            <a:lvl2pPr marL="914400" lvl="1" indent="-317500">
              <a:spcBef>
                <a:spcPts val="0"/>
              </a:spcBef>
              <a:spcAft>
                <a:spcPts val="0"/>
              </a:spcAft>
              <a:buSzPts val="1400"/>
              <a:buChar char="○"/>
              <a:defRPr/>
            </a:lvl2pPr>
            <a:lvl3pPr marL="1371600" lvl="2" indent="-311150">
              <a:spcBef>
                <a:spcPts val="0"/>
              </a:spcBef>
              <a:spcAft>
                <a:spcPts val="0"/>
              </a:spcAft>
              <a:buSzPts val="1300"/>
              <a:buChar char="■"/>
              <a:defRPr/>
            </a:lvl3pPr>
            <a:lvl4pPr marL="1828800" lvl="3" indent="-304800">
              <a:spcBef>
                <a:spcPts val="0"/>
              </a:spcBef>
              <a:spcAft>
                <a:spcPts val="0"/>
              </a:spcAft>
              <a:buSzPts val="1200"/>
              <a:buChar char="●"/>
              <a:defRPr/>
            </a:lvl4pPr>
            <a:lvl5pPr marL="2286000" lvl="4" indent="-298450">
              <a:spcBef>
                <a:spcPts val="0"/>
              </a:spcBef>
              <a:spcAft>
                <a:spcPts val="0"/>
              </a:spcAft>
              <a:buSzPts val="1100"/>
              <a:buChar char="○"/>
              <a:defRPr/>
            </a:lvl5pPr>
            <a:lvl6pPr marL="2743200" lvl="5" indent="-292100">
              <a:spcBef>
                <a:spcPts val="0"/>
              </a:spcBef>
              <a:spcAft>
                <a:spcPts val="0"/>
              </a:spcAft>
              <a:buSzPts val="1000"/>
              <a:buChar char="■"/>
              <a:defRPr/>
            </a:lvl6pPr>
            <a:lvl7pPr marL="3200400" lvl="6" indent="-285750">
              <a:spcBef>
                <a:spcPts val="0"/>
              </a:spcBef>
              <a:spcAft>
                <a:spcPts val="0"/>
              </a:spcAft>
              <a:buSzPts val="900"/>
              <a:buChar char="●"/>
              <a:defRPr/>
            </a:lvl7pPr>
            <a:lvl8pPr marL="3657600" lvl="7" indent="-279400">
              <a:spcBef>
                <a:spcPts val="0"/>
              </a:spcBef>
              <a:spcAft>
                <a:spcPts val="0"/>
              </a:spcAft>
              <a:buSzPts val="800"/>
              <a:buChar char="○"/>
              <a:defRPr/>
            </a:lvl8pPr>
            <a:lvl9pPr marL="4114800" lvl="8" indent="-273050">
              <a:spcBef>
                <a:spcPts val="0"/>
              </a:spcBef>
              <a:spcAft>
                <a:spcPts val="0"/>
              </a:spcAft>
              <a:buSzPts val="700"/>
              <a:buChar char="■"/>
              <a:defRPr/>
            </a:lvl9pPr>
          </a:lstStyle>
          <a:p>
            <a:endParaRPr/>
          </a:p>
        </p:txBody>
      </p:sp>
      <p:sp>
        <p:nvSpPr>
          <p:cNvPr id="64" name="Google Shape;64;p1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p:cSld name="TITLE_AND_TWO_COLUMNS_1_1">
    <p:spTree>
      <p:nvGrpSpPr>
        <p:cNvPr id="1" name="Shape 65"/>
        <p:cNvGrpSpPr/>
        <p:nvPr/>
      </p:nvGrpSpPr>
      <p:grpSpPr>
        <a:xfrm>
          <a:off x="0" y="0"/>
          <a:ext cx="0" cy="0"/>
          <a:chOff x="0" y="0"/>
          <a:chExt cx="0" cy="0"/>
        </a:xfrm>
      </p:grpSpPr>
      <p:sp>
        <p:nvSpPr>
          <p:cNvPr id="66" name="Google Shape;66;p1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3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7"/>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68" name="Google Shape;68;p17"/>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69" name="Google Shape;69;p1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p:cSld name="TITLE_ONLY_1">
    <p:spTree>
      <p:nvGrpSpPr>
        <p:cNvPr id="1" name="Shape 70"/>
        <p:cNvGrpSpPr/>
        <p:nvPr/>
      </p:nvGrpSpPr>
      <p:grpSpPr>
        <a:xfrm>
          <a:off x="0" y="0"/>
          <a:ext cx="0" cy="0"/>
          <a:chOff x="0" y="0"/>
          <a:chExt cx="0" cy="0"/>
        </a:xfrm>
      </p:grpSpPr>
      <p:sp>
        <p:nvSpPr>
          <p:cNvPr id="71" name="Google Shape;71;p1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3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2" name="Google Shape;72;p1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_1">
    <p:spTree>
      <p:nvGrpSpPr>
        <p:cNvPr id="1" name="Shape 73"/>
        <p:cNvGrpSpPr/>
        <p:nvPr/>
      </p:nvGrpSpPr>
      <p:grpSpPr>
        <a:xfrm>
          <a:off x="0" y="0"/>
          <a:ext cx="0" cy="0"/>
          <a:chOff x="0" y="0"/>
          <a:chExt cx="0" cy="0"/>
        </a:xfrm>
      </p:grpSpPr>
      <p:sp>
        <p:nvSpPr>
          <p:cNvPr id="74" name="Google Shape;74;p19"/>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75" name="Google Shape;75;p19"/>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76" name="Google Shape;76;p1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_1">
    <p:spTree>
      <p:nvGrpSpPr>
        <p:cNvPr id="1" name="Shape 77"/>
        <p:cNvGrpSpPr/>
        <p:nvPr/>
      </p:nvGrpSpPr>
      <p:grpSpPr>
        <a:xfrm>
          <a:off x="0" y="0"/>
          <a:ext cx="0" cy="0"/>
          <a:chOff x="0" y="0"/>
          <a:chExt cx="0" cy="0"/>
        </a:xfrm>
      </p:grpSpPr>
      <p:sp>
        <p:nvSpPr>
          <p:cNvPr id="78" name="Google Shape;78;p20"/>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79" name="Google Shape;79;p2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_1">
    <p:spTree>
      <p:nvGrpSpPr>
        <p:cNvPr id="1" name="Shape 80"/>
        <p:cNvGrpSpPr/>
        <p:nvPr/>
      </p:nvGrpSpPr>
      <p:grpSpPr>
        <a:xfrm>
          <a:off x="0" y="0"/>
          <a:ext cx="0" cy="0"/>
          <a:chOff x="0" y="0"/>
          <a:chExt cx="0" cy="0"/>
        </a:xfrm>
      </p:grpSpPr>
      <p:sp>
        <p:nvSpPr>
          <p:cNvPr id="81" name="Google Shape;81;p21"/>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21"/>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83" name="Google Shape;83;p21"/>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a:endParaRPr/>
          </a:p>
        </p:txBody>
      </p:sp>
      <p:sp>
        <p:nvSpPr>
          <p:cNvPr id="84" name="Google Shape;84;p21"/>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23850">
              <a:spcBef>
                <a:spcPts val="0"/>
              </a:spcBef>
              <a:spcAft>
                <a:spcPts val="0"/>
              </a:spcAft>
              <a:buClr>
                <a:schemeClr val="lt1"/>
              </a:buClr>
              <a:buSzPts val="1500"/>
              <a:buChar char="●"/>
              <a:defRPr>
                <a:solidFill>
                  <a:schemeClr val="lt1"/>
                </a:solidFill>
              </a:defRPr>
            </a:lvl1pPr>
            <a:lvl2pPr marL="914400" lvl="1" indent="-317500">
              <a:spcBef>
                <a:spcPts val="0"/>
              </a:spcBef>
              <a:spcAft>
                <a:spcPts val="0"/>
              </a:spcAft>
              <a:buClr>
                <a:schemeClr val="lt1"/>
              </a:buClr>
              <a:buSzPts val="1400"/>
              <a:buChar char="○"/>
              <a:defRPr>
                <a:solidFill>
                  <a:schemeClr val="lt1"/>
                </a:solidFill>
              </a:defRPr>
            </a:lvl2pPr>
            <a:lvl3pPr marL="1371600" lvl="2" indent="-311150">
              <a:spcBef>
                <a:spcPts val="0"/>
              </a:spcBef>
              <a:spcAft>
                <a:spcPts val="0"/>
              </a:spcAft>
              <a:buClr>
                <a:schemeClr val="lt1"/>
              </a:buClr>
              <a:buSzPts val="1300"/>
              <a:buChar char="■"/>
              <a:defRPr>
                <a:solidFill>
                  <a:schemeClr val="lt1"/>
                </a:solidFill>
              </a:defRPr>
            </a:lvl3pPr>
            <a:lvl4pPr marL="1828800" lvl="3" indent="-304800">
              <a:spcBef>
                <a:spcPts val="0"/>
              </a:spcBef>
              <a:spcAft>
                <a:spcPts val="0"/>
              </a:spcAft>
              <a:buClr>
                <a:schemeClr val="lt1"/>
              </a:buClr>
              <a:buSzPts val="1200"/>
              <a:buChar char="●"/>
              <a:defRPr>
                <a:solidFill>
                  <a:schemeClr val="lt1"/>
                </a:solidFill>
              </a:defRPr>
            </a:lvl4pPr>
            <a:lvl5pPr marL="2286000" lvl="4" indent="-298450">
              <a:spcBef>
                <a:spcPts val="0"/>
              </a:spcBef>
              <a:spcAft>
                <a:spcPts val="0"/>
              </a:spcAft>
              <a:buClr>
                <a:schemeClr val="lt1"/>
              </a:buClr>
              <a:buSzPts val="1100"/>
              <a:buChar char="○"/>
              <a:defRPr>
                <a:solidFill>
                  <a:schemeClr val="lt1"/>
                </a:solidFill>
              </a:defRPr>
            </a:lvl5pPr>
            <a:lvl6pPr marL="2743200" lvl="5" indent="-292100">
              <a:spcBef>
                <a:spcPts val="0"/>
              </a:spcBef>
              <a:spcAft>
                <a:spcPts val="0"/>
              </a:spcAft>
              <a:buClr>
                <a:schemeClr val="lt1"/>
              </a:buClr>
              <a:buSzPts val="1000"/>
              <a:buChar char="■"/>
              <a:defRPr>
                <a:solidFill>
                  <a:schemeClr val="lt1"/>
                </a:solidFill>
              </a:defRPr>
            </a:lvl6pPr>
            <a:lvl7pPr marL="3200400" lvl="6" indent="-285750">
              <a:spcBef>
                <a:spcPts val="0"/>
              </a:spcBef>
              <a:spcAft>
                <a:spcPts val="0"/>
              </a:spcAft>
              <a:buClr>
                <a:schemeClr val="lt1"/>
              </a:buClr>
              <a:buSzPts val="900"/>
              <a:buChar char="●"/>
              <a:defRPr>
                <a:solidFill>
                  <a:schemeClr val="lt1"/>
                </a:solidFill>
              </a:defRPr>
            </a:lvl7pPr>
            <a:lvl8pPr marL="3657600" lvl="7" indent="-279400">
              <a:spcBef>
                <a:spcPts val="0"/>
              </a:spcBef>
              <a:spcAft>
                <a:spcPts val="0"/>
              </a:spcAft>
              <a:buClr>
                <a:schemeClr val="lt1"/>
              </a:buClr>
              <a:buSzPts val="800"/>
              <a:buChar char="○"/>
              <a:defRPr>
                <a:solidFill>
                  <a:schemeClr val="lt1"/>
                </a:solidFill>
              </a:defRPr>
            </a:lvl8pPr>
            <a:lvl9pPr marL="4114800" lvl="8" indent="-273050">
              <a:spcBef>
                <a:spcPts val="0"/>
              </a:spcBef>
              <a:spcAft>
                <a:spcPts val="0"/>
              </a:spcAft>
              <a:buClr>
                <a:schemeClr val="lt1"/>
              </a:buClr>
              <a:buSzPts val="700"/>
              <a:buChar char="■"/>
              <a:defRPr>
                <a:solidFill>
                  <a:schemeClr val="lt1"/>
                </a:solidFill>
              </a:defRPr>
            </a:lvl9pPr>
          </a:lstStyle>
          <a:p>
            <a:endParaRPr/>
          </a:p>
        </p:txBody>
      </p:sp>
      <p:sp>
        <p:nvSpPr>
          <p:cNvPr id="85" name="Google Shape;85;p2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_1">
    <p:spTree>
      <p:nvGrpSpPr>
        <p:cNvPr id="1" name="Shape 86"/>
        <p:cNvGrpSpPr/>
        <p:nvPr/>
      </p:nvGrpSpPr>
      <p:grpSpPr>
        <a:xfrm>
          <a:off x="0" y="0"/>
          <a:ext cx="0" cy="0"/>
          <a:chOff x="0" y="0"/>
          <a:chExt cx="0" cy="0"/>
        </a:xfrm>
      </p:grpSpPr>
      <p:sp>
        <p:nvSpPr>
          <p:cNvPr id="87" name="Google Shape;87;p22"/>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a:spcBef>
                <a:spcPts val="0"/>
              </a:spcBef>
              <a:spcAft>
                <a:spcPts val="0"/>
              </a:spcAft>
              <a:buSzPts val="1500"/>
              <a:buNone/>
              <a:defRPr/>
            </a:lvl1pPr>
          </a:lstStyle>
          <a:p>
            <a:endParaRPr/>
          </a:p>
        </p:txBody>
      </p:sp>
      <p:sp>
        <p:nvSpPr>
          <p:cNvPr id="88" name="Google Shape;88;p2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_1">
    <p:spTree>
      <p:nvGrpSpPr>
        <p:cNvPr id="1" name="Shape 89"/>
        <p:cNvGrpSpPr/>
        <p:nvPr/>
      </p:nvGrpSpPr>
      <p:grpSpPr>
        <a:xfrm>
          <a:off x="0" y="0"/>
          <a:ext cx="0" cy="0"/>
          <a:chOff x="0" y="0"/>
          <a:chExt cx="0" cy="0"/>
        </a:xfrm>
      </p:grpSpPr>
      <p:sp>
        <p:nvSpPr>
          <p:cNvPr id="90" name="Google Shape;90;p23"/>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91" name="Google Shape;91;p23"/>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Autofit/>
          </a:bodyPr>
          <a:lstStyle>
            <a:lvl1pPr marL="457200" lvl="0" indent="-323850" algn="ctr">
              <a:spcBef>
                <a:spcPts val="0"/>
              </a:spcBef>
              <a:spcAft>
                <a:spcPts val="0"/>
              </a:spcAft>
              <a:buSzPts val="1500"/>
              <a:buChar char="●"/>
              <a:defRPr/>
            </a:lvl1pPr>
            <a:lvl2pPr marL="914400" lvl="1" indent="-317500" algn="ctr">
              <a:spcBef>
                <a:spcPts val="0"/>
              </a:spcBef>
              <a:spcAft>
                <a:spcPts val="0"/>
              </a:spcAft>
              <a:buSzPts val="1400"/>
              <a:buChar char="○"/>
              <a:defRPr/>
            </a:lvl2pPr>
            <a:lvl3pPr marL="1371600" lvl="2" indent="-311150" algn="ctr">
              <a:spcBef>
                <a:spcPts val="0"/>
              </a:spcBef>
              <a:spcAft>
                <a:spcPts val="0"/>
              </a:spcAft>
              <a:buSzPts val="1300"/>
              <a:buChar char="■"/>
              <a:defRPr/>
            </a:lvl3pPr>
            <a:lvl4pPr marL="1828800" lvl="3" indent="-304800" algn="ctr">
              <a:spcBef>
                <a:spcPts val="0"/>
              </a:spcBef>
              <a:spcAft>
                <a:spcPts val="0"/>
              </a:spcAft>
              <a:buSzPts val="1200"/>
              <a:buChar char="●"/>
              <a:defRPr/>
            </a:lvl4pPr>
            <a:lvl5pPr marL="2286000" lvl="4" indent="-298450" algn="ctr">
              <a:spcBef>
                <a:spcPts val="0"/>
              </a:spcBef>
              <a:spcAft>
                <a:spcPts val="0"/>
              </a:spcAft>
              <a:buSzPts val="1100"/>
              <a:buChar char="○"/>
              <a:defRPr/>
            </a:lvl5pPr>
            <a:lvl6pPr marL="2743200" lvl="5" indent="-292100" algn="ctr">
              <a:spcBef>
                <a:spcPts val="0"/>
              </a:spcBef>
              <a:spcAft>
                <a:spcPts val="0"/>
              </a:spcAft>
              <a:buSzPts val="1000"/>
              <a:buChar char="■"/>
              <a:defRPr/>
            </a:lvl6pPr>
            <a:lvl7pPr marL="3200400" lvl="6" indent="-285750" algn="ctr">
              <a:spcBef>
                <a:spcPts val="0"/>
              </a:spcBef>
              <a:spcAft>
                <a:spcPts val="0"/>
              </a:spcAft>
              <a:buSzPts val="900"/>
              <a:buChar char="●"/>
              <a:defRPr/>
            </a:lvl7pPr>
            <a:lvl8pPr marL="3657600" lvl="7" indent="-279400" algn="ctr">
              <a:spcBef>
                <a:spcPts val="0"/>
              </a:spcBef>
              <a:spcAft>
                <a:spcPts val="0"/>
              </a:spcAft>
              <a:buSzPts val="800"/>
              <a:buChar char="○"/>
              <a:defRPr/>
            </a:lvl8pPr>
            <a:lvl9pPr marL="4114800" lvl="8" indent="-273050" algn="ctr">
              <a:spcBef>
                <a:spcPts val="0"/>
              </a:spcBef>
              <a:spcAft>
                <a:spcPts val="0"/>
              </a:spcAft>
              <a:buSzPts val="700"/>
              <a:buChar char="■"/>
              <a:defRPr/>
            </a:lvl9pPr>
          </a:lstStyle>
          <a:p>
            <a:endParaRPr/>
          </a:p>
        </p:txBody>
      </p:sp>
      <p:sp>
        <p:nvSpPr>
          <p:cNvPr id="92" name="Google Shape;92;p2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p:cSld name="BLANK_2">
    <p:spTree>
      <p:nvGrpSpPr>
        <p:cNvPr id="1" name="Shape 93"/>
        <p:cNvGrpSpPr/>
        <p:nvPr/>
      </p:nvGrpSpPr>
      <p:grpSpPr>
        <a:xfrm>
          <a:off x="0" y="0"/>
          <a:ext cx="0" cy="0"/>
          <a:chOff x="0" y="0"/>
          <a:chExt cx="0" cy="0"/>
        </a:xfrm>
      </p:grpSpPr>
      <p:sp>
        <p:nvSpPr>
          <p:cNvPr id="94" name="Google Shape;94;p2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Agenda">
  <p:cSld name="CUSTOM_7_1">
    <p:spTree>
      <p:nvGrpSpPr>
        <p:cNvPr id="1" name="Shape 95"/>
        <p:cNvGrpSpPr/>
        <p:nvPr/>
      </p:nvGrpSpPr>
      <p:grpSpPr>
        <a:xfrm>
          <a:off x="0" y="0"/>
          <a:ext cx="0" cy="0"/>
          <a:chOff x="0" y="0"/>
          <a:chExt cx="0" cy="0"/>
        </a:xfrm>
      </p:grpSpPr>
      <p:sp>
        <p:nvSpPr>
          <p:cNvPr id="96" name="Google Shape;96;p25"/>
          <p:cNvSpPr txBox="1">
            <a:spLocks noGrp="1"/>
          </p:cNvSpPr>
          <p:nvPr>
            <p:ph type="title"/>
          </p:nvPr>
        </p:nvSpPr>
        <p:spPr>
          <a:xfrm>
            <a:off x="677325" y="1832775"/>
            <a:ext cx="3217200" cy="1484100"/>
          </a:xfrm>
          <a:prstGeom prst="rect">
            <a:avLst/>
          </a:prstGeom>
        </p:spPr>
        <p:txBody>
          <a:bodyPr spcFirstLastPara="1" wrap="square" lIns="91425" tIns="91425" rIns="91425" bIns="91425" anchor="ctr" anchorCtr="0">
            <a:noAutofit/>
          </a:bodyPr>
          <a:lstStyle>
            <a:lvl1pPr lvl="0">
              <a:spcBef>
                <a:spcPts val="0"/>
              </a:spcBef>
              <a:spcAft>
                <a:spcPts val="0"/>
              </a:spcAft>
              <a:buSzPts val="4200"/>
              <a:buNone/>
              <a:defRPr sz="4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7" name="Google Shape;97;p2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98" name="Google Shape;98;p25"/>
          <p:cNvSpPr txBox="1">
            <a:spLocks noGrp="1"/>
          </p:cNvSpPr>
          <p:nvPr>
            <p:ph type="subTitle" idx="1"/>
          </p:nvPr>
        </p:nvSpPr>
        <p:spPr>
          <a:xfrm>
            <a:off x="4406650" y="393750"/>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99" name="Google Shape;99;p25"/>
          <p:cNvSpPr txBox="1">
            <a:spLocks noGrp="1"/>
          </p:cNvSpPr>
          <p:nvPr>
            <p:ph type="subTitle" idx="2"/>
          </p:nvPr>
        </p:nvSpPr>
        <p:spPr>
          <a:xfrm>
            <a:off x="4406650" y="1151705"/>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100" name="Google Shape;100;p25"/>
          <p:cNvSpPr txBox="1">
            <a:spLocks noGrp="1"/>
          </p:cNvSpPr>
          <p:nvPr>
            <p:ph type="subTitle" idx="3"/>
          </p:nvPr>
        </p:nvSpPr>
        <p:spPr>
          <a:xfrm>
            <a:off x="4406650" y="3425570"/>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101" name="Google Shape;101;p25"/>
          <p:cNvSpPr txBox="1">
            <a:spLocks noGrp="1"/>
          </p:cNvSpPr>
          <p:nvPr>
            <p:ph type="subTitle" idx="4"/>
          </p:nvPr>
        </p:nvSpPr>
        <p:spPr>
          <a:xfrm>
            <a:off x="4406650" y="1909660"/>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102" name="Google Shape;102;p25"/>
          <p:cNvSpPr txBox="1">
            <a:spLocks noGrp="1"/>
          </p:cNvSpPr>
          <p:nvPr>
            <p:ph type="subTitle" idx="5"/>
          </p:nvPr>
        </p:nvSpPr>
        <p:spPr>
          <a:xfrm>
            <a:off x="4406650" y="4183525"/>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103" name="Google Shape;103;p25"/>
          <p:cNvSpPr txBox="1">
            <a:spLocks noGrp="1"/>
          </p:cNvSpPr>
          <p:nvPr>
            <p:ph type="subTitle" idx="6"/>
          </p:nvPr>
        </p:nvSpPr>
        <p:spPr>
          <a:xfrm>
            <a:off x="4406650" y="2667615"/>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body and image">
  <p:cSld name="CUSTOM_8_1">
    <p:spTree>
      <p:nvGrpSpPr>
        <p:cNvPr id="1" name="Shape 104"/>
        <p:cNvGrpSpPr/>
        <p:nvPr/>
      </p:nvGrpSpPr>
      <p:grpSpPr>
        <a:xfrm>
          <a:off x="0" y="0"/>
          <a:ext cx="0" cy="0"/>
          <a:chOff x="0" y="0"/>
          <a:chExt cx="0" cy="0"/>
        </a:xfrm>
      </p:grpSpPr>
      <p:sp>
        <p:nvSpPr>
          <p:cNvPr id="105" name="Google Shape;105;p2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3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6" name="Google Shape;106;p26"/>
          <p:cNvSpPr txBox="1">
            <a:spLocks noGrp="1"/>
          </p:cNvSpPr>
          <p:nvPr>
            <p:ph type="body" idx="1"/>
          </p:nvPr>
        </p:nvSpPr>
        <p:spPr>
          <a:xfrm>
            <a:off x="311700" y="1152475"/>
            <a:ext cx="4473900" cy="3416400"/>
          </a:xfrm>
          <a:prstGeom prst="rect">
            <a:avLst/>
          </a:prstGeom>
        </p:spPr>
        <p:txBody>
          <a:bodyPr spcFirstLastPara="1" wrap="square" lIns="91425" tIns="91425" rIns="91425" bIns="91425" anchor="t" anchorCtr="0">
            <a:noAutofit/>
          </a:bodyPr>
          <a:lstStyle>
            <a:lvl1pPr marL="457200" lvl="0" indent="-323850">
              <a:spcBef>
                <a:spcPts val="0"/>
              </a:spcBef>
              <a:spcAft>
                <a:spcPts val="0"/>
              </a:spcAft>
              <a:buSzPts val="1500"/>
              <a:buChar char="●"/>
              <a:defRPr/>
            </a:lvl1pPr>
            <a:lvl2pPr marL="914400" lvl="1" indent="-317500">
              <a:spcBef>
                <a:spcPts val="0"/>
              </a:spcBef>
              <a:spcAft>
                <a:spcPts val="0"/>
              </a:spcAft>
              <a:buSzPts val="1400"/>
              <a:buChar char="○"/>
              <a:defRPr/>
            </a:lvl2pPr>
            <a:lvl3pPr marL="1371600" lvl="2" indent="-311150">
              <a:spcBef>
                <a:spcPts val="0"/>
              </a:spcBef>
              <a:spcAft>
                <a:spcPts val="0"/>
              </a:spcAft>
              <a:buSzPts val="1300"/>
              <a:buChar char="■"/>
              <a:defRPr/>
            </a:lvl3pPr>
            <a:lvl4pPr marL="1828800" lvl="3" indent="-304800">
              <a:spcBef>
                <a:spcPts val="0"/>
              </a:spcBef>
              <a:spcAft>
                <a:spcPts val="0"/>
              </a:spcAft>
              <a:buSzPts val="1200"/>
              <a:buChar char="●"/>
              <a:defRPr/>
            </a:lvl4pPr>
            <a:lvl5pPr marL="2286000" lvl="4" indent="-298450">
              <a:spcBef>
                <a:spcPts val="0"/>
              </a:spcBef>
              <a:spcAft>
                <a:spcPts val="0"/>
              </a:spcAft>
              <a:buSzPts val="1100"/>
              <a:buChar char="○"/>
              <a:defRPr/>
            </a:lvl5pPr>
            <a:lvl6pPr marL="2743200" lvl="5" indent="-292100">
              <a:spcBef>
                <a:spcPts val="0"/>
              </a:spcBef>
              <a:spcAft>
                <a:spcPts val="0"/>
              </a:spcAft>
              <a:buSzPts val="1000"/>
              <a:buChar char="■"/>
              <a:defRPr/>
            </a:lvl6pPr>
            <a:lvl7pPr marL="3200400" lvl="6" indent="-285750">
              <a:spcBef>
                <a:spcPts val="0"/>
              </a:spcBef>
              <a:spcAft>
                <a:spcPts val="0"/>
              </a:spcAft>
              <a:buSzPts val="900"/>
              <a:buChar char="●"/>
              <a:defRPr/>
            </a:lvl7pPr>
            <a:lvl8pPr marL="3657600" lvl="7" indent="-279400">
              <a:spcBef>
                <a:spcPts val="0"/>
              </a:spcBef>
              <a:spcAft>
                <a:spcPts val="0"/>
              </a:spcAft>
              <a:buSzPts val="800"/>
              <a:buChar char="○"/>
              <a:defRPr/>
            </a:lvl8pPr>
            <a:lvl9pPr marL="4114800" lvl="8" indent="-273050">
              <a:spcBef>
                <a:spcPts val="0"/>
              </a:spcBef>
              <a:spcAft>
                <a:spcPts val="0"/>
              </a:spcAft>
              <a:buSzPts val="700"/>
              <a:buChar char="■"/>
              <a:defRPr/>
            </a:lvl9pPr>
          </a:lstStyle>
          <a:p>
            <a:endParaRPr/>
          </a:p>
        </p:txBody>
      </p:sp>
      <p:sp>
        <p:nvSpPr>
          <p:cNvPr id="107" name="Google Shape;107;p26"/>
          <p:cNvSpPr>
            <a:spLocks noGrp="1"/>
          </p:cNvSpPr>
          <p:nvPr>
            <p:ph type="pic" idx="2"/>
          </p:nvPr>
        </p:nvSpPr>
        <p:spPr>
          <a:xfrm>
            <a:off x="4992024" y="1152775"/>
            <a:ext cx="3840300" cy="3416400"/>
          </a:xfrm>
          <a:prstGeom prst="rect">
            <a:avLst/>
          </a:prstGeom>
          <a:noFill/>
          <a:ln>
            <a:noFill/>
          </a:ln>
        </p:spPr>
      </p:sp>
      <p:sp>
        <p:nvSpPr>
          <p:cNvPr id="108" name="Google Shape;108;p2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wo big ideas">
  <p:cSld name="CUSTOM_1_1">
    <p:spTree>
      <p:nvGrpSpPr>
        <p:cNvPr id="1" name="Shape 109"/>
        <p:cNvGrpSpPr/>
        <p:nvPr/>
      </p:nvGrpSpPr>
      <p:grpSpPr>
        <a:xfrm>
          <a:off x="0" y="0"/>
          <a:ext cx="0" cy="0"/>
          <a:chOff x="0" y="0"/>
          <a:chExt cx="0" cy="0"/>
        </a:xfrm>
      </p:grpSpPr>
      <p:sp>
        <p:nvSpPr>
          <p:cNvPr id="110" name="Google Shape;110;p2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111" name="Google Shape;111;p27"/>
          <p:cNvSpPr txBox="1">
            <a:spLocks noGrp="1"/>
          </p:cNvSpPr>
          <p:nvPr>
            <p:ph type="title"/>
          </p:nvPr>
        </p:nvSpPr>
        <p:spPr>
          <a:xfrm>
            <a:off x="483175" y="450025"/>
            <a:ext cx="8184600" cy="758100"/>
          </a:xfrm>
          <a:prstGeom prst="rect">
            <a:avLst/>
          </a:prstGeom>
        </p:spPr>
        <p:txBody>
          <a:bodyPr spcFirstLastPara="1" wrap="square" lIns="91425" tIns="91425" rIns="91425" bIns="91425" anchor="ctr" anchorCtr="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112" name="Google Shape;112;p27"/>
          <p:cNvSpPr txBox="1">
            <a:spLocks noGrp="1"/>
          </p:cNvSpPr>
          <p:nvPr>
            <p:ph type="body" idx="1"/>
          </p:nvPr>
        </p:nvSpPr>
        <p:spPr>
          <a:xfrm>
            <a:off x="483150" y="2237788"/>
            <a:ext cx="3619800" cy="2373600"/>
          </a:xfrm>
          <a:prstGeom prst="rect">
            <a:avLst/>
          </a:prstGeom>
        </p:spPr>
        <p:txBody>
          <a:bodyPr spcFirstLastPara="1" wrap="square" lIns="91425" tIns="91425" rIns="91425" bIns="91425" anchor="t" anchorCtr="0">
            <a:noAutofit/>
          </a:bodyPr>
          <a:lstStyle>
            <a:lvl1pPr marL="457200" lvl="0" indent="-323850">
              <a:spcBef>
                <a:spcPts val="0"/>
              </a:spcBef>
              <a:spcAft>
                <a:spcPts val="0"/>
              </a:spcAft>
              <a:buSzPts val="1500"/>
              <a:buChar char="●"/>
              <a:defRPr/>
            </a:lvl1pPr>
            <a:lvl2pPr marL="914400" lvl="1" indent="-317500">
              <a:spcBef>
                <a:spcPts val="0"/>
              </a:spcBef>
              <a:spcAft>
                <a:spcPts val="0"/>
              </a:spcAft>
              <a:buSzPts val="1400"/>
              <a:buChar char="○"/>
              <a:defRPr/>
            </a:lvl2pPr>
            <a:lvl3pPr marL="1371600" lvl="2" indent="-311150">
              <a:spcBef>
                <a:spcPts val="0"/>
              </a:spcBef>
              <a:spcAft>
                <a:spcPts val="0"/>
              </a:spcAft>
              <a:buSzPts val="1300"/>
              <a:buChar char="■"/>
              <a:defRPr/>
            </a:lvl3pPr>
            <a:lvl4pPr marL="1828800" lvl="3" indent="-304800">
              <a:spcBef>
                <a:spcPts val="0"/>
              </a:spcBef>
              <a:spcAft>
                <a:spcPts val="0"/>
              </a:spcAft>
              <a:buSzPts val="1200"/>
              <a:buChar char="●"/>
              <a:defRPr/>
            </a:lvl4pPr>
            <a:lvl5pPr marL="2286000" lvl="4" indent="-298450">
              <a:spcBef>
                <a:spcPts val="0"/>
              </a:spcBef>
              <a:spcAft>
                <a:spcPts val="0"/>
              </a:spcAft>
              <a:buSzPts val="1100"/>
              <a:buChar char="○"/>
              <a:defRPr/>
            </a:lvl5pPr>
            <a:lvl6pPr marL="2743200" lvl="5" indent="-292100">
              <a:spcBef>
                <a:spcPts val="0"/>
              </a:spcBef>
              <a:spcAft>
                <a:spcPts val="0"/>
              </a:spcAft>
              <a:buSzPts val="1000"/>
              <a:buChar char="■"/>
              <a:defRPr/>
            </a:lvl6pPr>
            <a:lvl7pPr marL="3200400" lvl="6" indent="-285750">
              <a:spcBef>
                <a:spcPts val="0"/>
              </a:spcBef>
              <a:spcAft>
                <a:spcPts val="0"/>
              </a:spcAft>
              <a:buSzPts val="900"/>
              <a:buChar char="●"/>
              <a:defRPr/>
            </a:lvl7pPr>
            <a:lvl8pPr marL="3657600" lvl="7" indent="-279400">
              <a:spcBef>
                <a:spcPts val="0"/>
              </a:spcBef>
              <a:spcAft>
                <a:spcPts val="0"/>
              </a:spcAft>
              <a:buSzPts val="800"/>
              <a:buChar char="○"/>
              <a:defRPr/>
            </a:lvl8pPr>
            <a:lvl9pPr marL="4114800" lvl="8" indent="-273050">
              <a:spcBef>
                <a:spcPts val="0"/>
              </a:spcBef>
              <a:spcAft>
                <a:spcPts val="0"/>
              </a:spcAft>
              <a:buSzPts val="700"/>
              <a:buChar char="■"/>
              <a:defRPr/>
            </a:lvl9pPr>
          </a:lstStyle>
          <a:p>
            <a:endParaRPr/>
          </a:p>
        </p:txBody>
      </p:sp>
      <p:sp>
        <p:nvSpPr>
          <p:cNvPr id="113" name="Google Shape;113;p27"/>
          <p:cNvSpPr txBox="1">
            <a:spLocks noGrp="1"/>
          </p:cNvSpPr>
          <p:nvPr>
            <p:ph type="body" idx="2"/>
          </p:nvPr>
        </p:nvSpPr>
        <p:spPr>
          <a:xfrm>
            <a:off x="5048000" y="2237788"/>
            <a:ext cx="3619800" cy="2373600"/>
          </a:xfrm>
          <a:prstGeom prst="rect">
            <a:avLst/>
          </a:prstGeom>
        </p:spPr>
        <p:txBody>
          <a:bodyPr spcFirstLastPara="1" wrap="square" lIns="91425" tIns="91425" rIns="91425" bIns="91425" anchor="t" anchorCtr="0">
            <a:noAutofit/>
          </a:bodyPr>
          <a:lstStyle>
            <a:lvl1pPr marL="457200" lvl="0" indent="-323850">
              <a:spcBef>
                <a:spcPts val="0"/>
              </a:spcBef>
              <a:spcAft>
                <a:spcPts val="0"/>
              </a:spcAft>
              <a:buSzPts val="1500"/>
              <a:buChar char="●"/>
              <a:defRPr/>
            </a:lvl1pPr>
            <a:lvl2pPr marL="914400" lvl="1" indent="-317500">
              <a:spcBef>
                <a:spcPts val="0"/>
              </a:spcBef>
              <a:spcAft>
                <a:spcPts val="0"/>
              </a:spcAft>
              <a:buSzPts val="1400"/>
              <a:buChar char="○"/>
              <a:defRPr/>
            </a:lvl2pPr>
            <a:lvl3pPr marL="1371600" lvl="2" indent="-311150">
              <a:spcBef>
                <a:spcPts val="0"/>
              </a:spcBef>
              <a:spcAft>
                <a:spcPts val="0"/>
              </a:spcAft>
              <a:buSzPts val="1300"/>
              <a:buChar char="■"/>
              <a:defRPr/>
            </a:lvl3pPr>
            <a:lvl4pPr marL="1828800" lvl="3" indent="-304800">
              <a:spcBef>
                <a:spcPts val="0"/>
              </a:spcBef>
              <a:spcAft>
                <a:spcPts val="0"/>
              </a:spcAft>
              <a:buSzPts val="1200"/>
              <a:buChar char="●"/>
              <a:defRPr/>
            </a:lvl4pPr>
            <a:lvl5pPr marL="2286000" lvl="4" indent="-298450">
              <a:spcBef>
                <a:spcPts val="0"/>
              </a:spcBef>
              <a:spcAft>
                <a:spcPts val="0"/>
              </a:spcAft>
              <a:buSzPts val="1100"/>
              <a:buChar char="○"/>
              <a:defRPr/>
            </a:lvl5pPr>
            <a:lvl6pPr marL="2743200" lvl="5" indent="-292100">
              <a:spcBef>
                <a:spcPts val="0"/>
              </a:spcBef>
              <a:spcAft>
                <a:spcPts val="0"/>
              </a:spcAft>
              <a:buSzPts val="1000"/>
              <a:buChar char="■"/>
              <a:defRPr/>
            </a:lvl6pPr>
            <a:lvl7pPr marL="3200400" lvl="6" indent="-285750">
              <a:spcBef>
                <a:spcPts val="0"/>
              </a:spcBef>
              <a:spcAft>
                <a:spcPts val="0"/>
              </a:spcAft>
              <a:buSzPts val="900"/>
              <a:buChar char="●"/>
              <a:defRPr/>
            </a:lvl7pPr>
            <a:lvl8pPr marL="3657600" lvl="7" indent="-279400">
              <a:spcBef>
                <a:spcPts val="0"/>
              </a:spcBef>
              <a:spcAft>
                <a:spcPts val="0"/>
              </a:spcAft>
              <a:buSzPts val="800"/>
              <a:buChar char="○"/>
              <a:defRPr/>
            </a:lvl8pPr>
            <a:lvl9pPr marL="4114800" lvl="8" indent="-273050">
              <a:spcBef>
                <a:spcPts val="0"/>
              </a:spcBef>
              <a:spcAft>
                <a:spcPts val="0"/>
              </a:spcAft>
              <a:buSzPts val="700"/>
              <a:buChar char="■"/>
              <a:defRPr/>
            </a:lvl9pPr>
          </a:lstStyle>
          <a:p>
            <a:endParaRPr/>
          </a:p>
        </p:txBody>
      </p:sp>
      <p:sp>
        <p:nvSpPr>
          <p:cNvPr id="114" name="Google Shape;114;p27"/>
          <p:cNvSpPr txBox="1">
            <a:spLocks noGrp="1"/>
          </p:cNvSpPr>
          <p:nvPr>
            <p:ph type="subTitle" idx="3"/>
          </p:nvPr>
        </p:nvSpPr>
        <p:spPr>
          <a:xfrm>
            <a:off x="483150" y="1336161"/>
            <a:ext cx="36198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115" name="Google Shape;115;p27"/>
          <p:cNvSpPr txBox="1">
            <a:spLocks noGrp="1"/>
          </p:cNvSpPr>
          <p:nvPr>
            <p:ph type="subTitle" idx="4"/>
          </p:nvPr>
        </p:nvSpPr>
        <p:spPr>
          <a:xfrm>
            <a:off x="5048000" y="1336161"/>
            <a:ext cx="36198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hree big ideas">
  <p:cSld name="CUSTOM_2_2">
    <p:spTree>
      <p:nvGrpSpPr>
        <p:cNvPr id="1" name="Shape 116"/>
        <p:cNvGrpSpPr/>
        <p:nvPr/>
      </p:nvGrpSpPr>
      <p:grpSpPr>
        <a:xfrm>
          <a:off x="0" y="0"/>
          <a:ext cx="0" cy="0"/>
          <a:chOff x="0" y="0"/>
          <a:chExt cx="0" cy="0"/>
        </a:xfrm>
      </p:grpSpPr>
      <p:sp>
        <p:nvSpPr>
          <p:cNvPr id="117" name="Google Shape;117;p2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118" name="Google Shape;118;p28"/>
          <p:cNvSpPr txBox="1">
            <a:spLocks noGrp="1"/>
          </p:cNvSpPr>
          <p:nvPr>
            <p:ph type="body" idx="1"/>
          </p:nvPr>
        </p:nvSpPr>
        <p:spPr>
          <a:xfrm>
            <a:off x="483175" y="2417500"/>
            <a:ext cx="2455500" cy="2373600"/>
          </a:xfrm>
          <a:prstGeom prst="rect">
            <a:avLst/>
          </a:prstGeom>
        </p:spPr>
        <p:txBody>
          <a:bodyPr spcFirstLastPara="1" wrap="square" lIns="91425" tIns="91425" rIns="91425" bIns="91425" anchor="t" anchorCtr="0">
            <a:noAutofit/>
          </a:bodyPr>
          <a:lstStyle>
            <a:lvl1pPr marL="457200" lvl="0" indent="-323850">
              <a:spcBef>
                <a:spcPts val="0"/>
              </a:spcBef>
              <a:spcAft>
                <a:spcPts val="0"/>
              </a:spcAft>
              <a:buSzPts val="1500"/>
              <a:buChar char="●"/>
              <a:defRPr/>
            </a:lvl1pPr>
            <a:lvl2pPr marL="914400" lvl="1" indent="-317500">
              <a:spcBef>
                <a:spcPts val="0"/>
              </a:spcBef>
              <a:spcAft>
                <a:spcPts val="0"/>
              </a:spcAft>
              <a:buSzPts val="1400"/>
              <a:buChar char="○"/>
              <a:defRPr/>
            </a:lvl2pPr>
            <a:lvl3pPr marL="1371600" lvl="2" indent="-311150">
              <a:spcBef>
                <a:spcPts val="0"/>
              </a:spcBef>
              <a:spcAft>
                <a:spcPts val="0"/>
              </a:spcAft>
              <a:buSzPts val="1300"/>
              <a:buChar char="■"/>
              <a:defRPr/>
            </a:lvl3pPr>
            <a:lvl4pPr marL="1828800" lvl="3" indent="-304800">
              <a:spcBef>
                <a:spcPts val="0"/>
              </a:spcBef>
              <a:spcAft>
                <a:spcPts val="0"/>
              </a:spcAft>
              <a:buSzPts val="1200"/>
              <a:buChar char="●"/>
              <a:defRPr/>
            </a:lvl4pPr>
            <a:lvl5pPr marL="2286000" lvl="4" indent="-298450">
              <a:spcBef>
                <a:spcPts val="0"/>
              </a:spcBef>
              <a:spcAft>
                <a:spcPts val="0"/>
              </a:spcAft>
              <a:buSzPts val="1100"/>
              <a:buChar char="○"/>
              <a:defRPr/>
            </a:lvl5pPr>
            <a:lvl6pPr marL="2743200" lvl="5" indent="-292100">
              <a:spcBef>
                <a:spcPts val="0"/>
              </a:spcBef>
              <a:spcAft>
                <a:spcPts val="0"/>
              </a:spcAft>
              <a:buSzPts val="1000"/>
              <a:buChar char="■"/>
              <a:defRPr/>
            </a:lvl6pPr>
            <a:lvl7pPr marL="3200400" lvl="6" indent="-285750">
              <a:spcBef>
                <a:spcPts val="0"/>
              </a:spcBef>
              <a:spcAft>
                <a:spcPts val="0"/>
              </a:spcAft>
              <a:buSzPts val="900"/>
              <a:buChar char="●"/>
              <a:defRPr/>
            </a:lvl7pPr>
            <a:lvl8pPr marL="3657600" lvl="7" indent="-279400">
              <a:spcBef>
                <a:spcPts val="0"/>
              </a:spcBef>
              <a:spcAft>
                <a:spcPts val="0"/>
              </a:spcAft>
              <a:buSzPts val="800"/>
              <a:buChar char="○"/>
              <a:defRPr/>
            </a:lvl8pPr>
            <a:lvl9pPr marL="4114800" lvl="8" indent="-273050">
              <a:spcBef>
                <a:spcPts val="0"/>
              </a:spcBef>
              <a:spcAft>
                <a:spcPts val="0"/>
              </a:spcAft>
              <a:buSzPts val="700"/>
              <a:buChar char="■"/>
              <a:defRPr/>
            </a:lvl9pPr>
          </a:lstStyle>
          <a:p>
            <a:endParaRPr/>
          </a:p>
        </p:txBody>
      </p:sp>
      <p:sp>
        <p:nvSpPr>
          <p:cNvPr id="119" name="Google Shape;119;p28"/>
          <p:cNvSpPr txBox="1">
            <a:spLocks noGrp="1"/>
          </p:cNvSpPr>
          <p:nvPr>
            <p:ph type="body" idx="2"/>
          </p:nvPr>
        </p:nvSpPr>
        <p:spPr>
          <a:xfrm>
            <a:off x="3347725" y="2417500"/>
            <a:ext cx="2455500" cy="2373600"/>
          </a:xfrm>
          <a:prstGeom prst="rect">
            <a:avLst/>
          </a:prstGeom>
        </p:spPr>
        <p:txBody>
          <a:bodyPr spcFirstLastPara="1" wrap="square" lIns="91425" tIns="91425" rIns="91425" bIns="91425" anchor="t" anchorCtr="0">
            <a:noAutofit/>
          </a:bodyPr>
          <a:lstStyle>
            <a:lvl1pPr marL="457200" lvl="0" indent="-323850">
              <a:spcBef>
                <a:spcPts val="0"/>
              </a:spcBef>
              <a:spcAft>
                <a:spcPts val="0"/>
              </a:spcAft>
              <a:buSzPts val="1500"/>
              <a:buChar char="●"/>
              <a:defRPr/>
            </a:lvl1pPr>
            <a:lvl2pPr marL="914400" lvl="1" indent="-317500">
              <a:spcBef>
                <a:spcPts val="0"/>
              </a:spcBef>
              <a:spcAft>
                <a:spcPts val="0"/>
              </a:spcAft>
              <a:buSzPts val="1400"/>
              <a:buChar char="○"/>
              <a:defRPr/>
            </a:lvl2pPr>
            <a:lvl3pPr marL="1371600" lvl="2" indent="-311150">
              <a:spcBef>
                <a:spcPts val="0"/>
              </a:spcBef>
              <a:spcAft>
                <a:spcPts val="0"/>
              </a:spcAft>
              <a:buSzPts val="1300"/>
              <a:buChar char="■"/>
              <a:defRPr/>
            </a:lvl3pPr>
            <a:lvl4pPr marL="1828800" lvl="3" indent="-304800">
              <a:spcBef>
                <a:spcPts val="0"/>
              </a:spcBef>
              <a:spcAft>
                <a:spcPts val="0"/>
              </a:spcAft>
              <a:buSzPts val="1200"/>
              <a:buChar char="●"/>
              <a:defRPr/>
            </a:lvl4pPr>
            <a:lvl5pPr marL="2286000" lvl="4" indent="-298450">
              <a:spcBef>
                <a:spcPts val="0"/>
              </a:spcBef>
              <a:spcAft>
                <a:spcPts val="0"/>
              </a:spcAft>
              <a:buSzPts val="1100"/>
              <a:buChar char="○"/>
              <a:defRPr/>
            </a:lvl5pPr>
            <a:lvl6pPr marL="2743200" lvl="5" indent="-292100">
              <a:spcBef>
                <a:spcPts val="0"/>
              </a:spcBef>
              <a:spcAft>
                <a:spcPts val="0"/>
              </a:spcAft>
              <a:buSzPts val="1000"/>
              <a:buChar char="■"/>
              <a:defRPr/>
            </a:lvl6pPr>
            <a:lvl7pPr marL="3200400" lvl="6" indent="-285750">
              <a:spcBef>
                <a:spcPts val="0"/>
              </a:spcBef>
              <a:spcAft>
                <a:spcPts val="0"/>
              </a:spcAft>
              <a:buSzPts val="900"/>
              <a:buChar char="●"/>
              <a:defRPr/>
            </a:lvl7pPr>
            <a:lvl8pPr marL="3657600" lvl="7" indent="-279400">
              <a:spcBef>
                <a:spcPts val="0"/>
              </a:spcBef>
              <a:spcAft>
                <a:spcPts val="0"/>
              </a:spcAft>
              <a:buSzPts val="800"/>
              <a:buChar char="○"/>
              <a:defRPr/>
            </a:lvl8pPr>
            <a:lvl9pPr marL="4114800" lvl="8" indent="-273050">
              <a:spcBef>
                <a:spcPts val="0"/>
              </a:spcBef>
              <a:spcAft>
                <a:spcPts val="0"/>
              </a:spcAft>
              <a:buSzPts val="700"/>
              <a:buChar char="■"/>
              <a:defRPr/>
            </a:lvl9pPr>
          </a:lstStyle>
          <a:p>
            <a:endParaRPr/>
          </a:p>
        </p:txBody>
      </p:sp>
      <p:sp>
        <p:nvSpPr>
          <p:cNvPr id="120" name="Google Shape;120;p28"/>
          <p:cNvSpPr txBox="1">
            <a:spLocks noGrp="1"/>
          </p:cNvSpPr>
          <p:nvPr>
            <p:ph type="body" idx="3"/>
          </p:nvPr>
        </p:nvSpPr>
        <p:spPr>
          <a:xfrm>
            <a:off x="6212275" y="2417500"/>
            <a:ext cx="2455500" cy="2373600"/>
          </a:xfrm>
          <a:prstGeom prst="rect">
            <a:avLst/>
          </a:prstGeom>
        </p:spPr>
        <p:txBody>
          <a:bodyPr spcFirstLastPara="1" wrap="square" lIns="91425" tIns="91425" rIns="91425" bIns="91425" anchor="t" anchorCtr="0">
            <a:noAutofit/>
          </a:bodyPr>
          <a:lstStyle>
            <a:lvl1pPr marL="457200" lvl="0" indent="-323850">
              <a:spcBef>
                <a:spcPts val="0"/>
              </a:spcBef>
              <a:spcAft>
                <a:spcPts val="0"/>
              </a:spcAft>
              <a:buSzPts val="1500"/>
              <a:buChar char="●"/>
              <a:defRPr/>
            </a:lvl1pPr>
            <a:lvl2pPr marL="914400" lvl="1" indent="-317500">
              <a:spcBef>
                <a:spcPts val="0"/>
              </a:spcBef>
              <a:spcAft>
                <a:spcPts val="0"/>
              </a:spcAft>
              <a:buSzPts val="1400"/>
              <a:buChar char="○"/>
              <a:defRPr/>
            </a:lvl2pPr>
            <a:lvl3pPr marL="1371600" lvl="2" indent="-311150">
              <a:spcBef>
                <a:spcPts val="0"/>
              </a:spcBef>
              <a:spcAft>
                <a:spcPts val="0"/>
              </a:spcAft>
              <a:buSzPts val="1300"/>
              <a:buChar char="■"/>
              <a:defRPr/>
            </a:lvl3pPr>
            <a:lvl4pPr marL="1828800" lvl="3" indent="-304800">
              <a:spcBef>
                <a:spcPts val="0"/>
              </a:spcBef>
              <a:spcAft>
                <a:spcPts val="0"/>
              </a:spcAft>
              <a:buSzPts val="1200"/>
              <a:buChar char="●"/>
              <a:defRPr/>
            </a:lvl4pPr>
            <a:lvl5pPr marL="2286000" lvl="4" indent="-298450">
              <a:spcBef>
                <a:spcPts val="0"/>
              </a:spcBef>
              <a:spcAft>
                <a:spcPts val="0"/>
              </a:spcAft>
              <a:buSzPts val="1100"/>
              <a:buChar char="○"/>
              <a:defRPr/>
            </a:lvl5pPr>
            <a:lvl6pPr marL="2743200" lvl="5" indent="-292100">
              <a:spcBef>
                <a:spcPts val="0"/>
              </a:spcBef>
              <a:spcAft>
                <a:spcPts val="0"/>
              </a:spcAft>
              <a:buSzPts val="1000"/>
              <a:buChar char="■"/>
              <a:defRPr/>
            </a:lvl6pPr>
            <a:lvl7pPr marL="3200400" lvl="6" indent="-285750">
              <a:spcBef>
                <a:spcPts val="0"/>
              </a:spcBef>
              <a:spcAft>
                <a:spcPts val="0"/>
              </a:spcAft>
              <a:buSzPts val="900"/>
              <a:buChar char="●"/>
              <a:defRPr/>
            </a:lvl7pPr>
            <a:lvl8pPr marL="3657600" lvl="7" indent="-279400">
              <a:spcBef>
                <a:spcPts val="0"/>
              </a:spcBef>
              <a:spcAft>
                <a:spcPts val="0"/>
              </a:spcAft>
              <a:buSzPts val="800"/>
              <a:buChar char="○"/>
              <a:defRPr/>
            </a:lvl8pPr>
            <a:lvl9pPr marL="4114800" lvl="8" indent="-273050">
              <a:spcBef>
                <a:spcPts val="0"/>
              </a:spcBef>
              <a:spcAft>
                <a:spcPts val="0"/>
              </a:spcAft>
              <a:buSzPts val="700"/>
              <a:buChar char="■"/>
              <a:defRPr/>
            </a:lvl9pPr>
          </a:lstStyle>
          <a:p>
            <a:endParaRPr/>
          </a:p>
        </p:txBody>
      </p:sp>
      <p:sp>
        <p:nvSpPr>
          <p:cNvPr id="121" name="Google Shape;121;p28"/>
          <p:cNvSpPr txBox="1">
            <a:spLocks noGrp="1"/>
          </p:cNvSpPr>
          <p:nvPr>
            <p:ph type="title"/>
          </p:nvPr>
        </p:nvSpPr>
        <p:spPr>
          <a:xfrm>
            <a:off x="483175" y="450025"/>
            <a:ext cx="8184600" cy="758100"/>
          </a:xfrm>
          <a:prstGeom prst="rect">
            <a:avLst/>
          </a:prstGeom>
        </p:spPr>
        <p:txBody>
          <a:bodyPr spcFirstLastPara="1" wrap="square" lIns="91425" tIns="91425" rIns="91425" bIns="91425" anchor="ctr" anchorCtr="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122" name="Google Shape;122;p28"/>
          <p:cNvSpPr txBox="1">
            <a:spLocks noGrp="1"/>
          </p:cNvSpPr>
          <p:nvPr>
            <p:ph type="subTitle" idx="4"/>
          </p:nvPr>
        </p:nvSpPr>
        <p:spPr>
          <a:xfrm>
            <a:off x="483175" y="1336150"/>
            <a:ext cx="2455500" cy="7785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123" name="Google Shape;123;p28"/>
          <p:cNvSpPr txBox="1">
            <a:spLocks noGrp="1"/>
          </p:cNvSpPr>
          <p:nvPr>
            <p:ph type="subTitle" idx="5"/>
          </p:nvPr>
        </p:nvSpPr>
        <p:spPr>
          <a:xfrm>
            <a:off x="3347725" y="1336150"/>
            <a:ext cx="2455500" cy="7785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124" name="Google Shape;124;p28"/>
          <p:cNvSpPr txBox="1">
            <a:spLocks noGrp="1"/>
          </p:cNvSpPr>
          <p:nvPr>
            <p:ph type="subTitle" idx="6"/>
          </p:nvPr>
        </p:nvSpPr>
        <p:spPr>
          <a:xfrm>
            <a:off x="6212275" y="1336150"/>
            <a:ext cx="2455500" cy="7785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Four big ideas">
  <p:cSld name="CUSTOM_3_1">
    <p:spTree>
      <p:nvGrpSpPr>
        <p:cNvPr id="1" name="Shape 125"/>
        <p:cNvGrpSpPr/>
        <p:nvPr/>
      </p:nvGrpSpPr>
      <p:grpSpPr>
        <a:xfrm>
          <a:off x="0" y="0"/>
          <a:ext cx="0" cy="0"/>
          <a:chOff x="0" y="0"/>
          <a:chExt cx="0" cy="0"/>
        </a:xfrm>
      </p:grpSpPr>
      <p:sp>
        <p:nvSpPr>
          <p:cNvPr id="126" name="Google Shape;126;p2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127" name="Google Shape;127;p29"/>
          <p:cNvSpPr txBox="1">
            <a:spLocks noGrp="1"/>
          </p:cNvSpPr>
          <p:nvPr>
            <p:ph type="body" idx="1"/>
          </p:nvPr>
        </p:nvSpPr>
        <p:spPr>
          <a:xfrm>
            <a:off x="366725" y="1759093"/>
            <a:ext cx="3838500" cy="11385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17500">
              <a:spcBef>
                <a:spcPts val="0"/>
              </a:spcBef>
              <a:spcAft>
                <a:spcPts val="0"/>
              </a:spcAft>
              <a:buSzPts val="1400"/>
              <a:buChar char="○"/>
              <a:defRPr/>
            </a:lvl2pPr>
            <a:lvl3pPr marL="1371600" lvl="2" indent="-311150">
              <a:spcBef>
                <a:spcPts val="0"/>
              </a:spcBef>
              <a:spcAft>
                <a:spcPts val="0"/>
              </a:spcAft>
              <a:buSzPts val="1300"/>
              <a:buChar char="■"/>
              <a:defRPr/>
            </a:lvl3pPr>
            <a:lvl4pPr marL="1828800" lvl="3" indent="-304800">
              <a:spcBef>
                <a:spcPts val="0"/>
              </a:spcBef>
              <a:spcAft>
                <a:spcPts val="0"/>
              </a:spcAft>
              <a:buSzPts val="1200"/>
              <a:buChar char="●"/>
              <a:defRPr/>
            </a:lvl4pPr>
            <a:lvl5pPr marL="2286000" lvl="4" indent="-298450">
              <a:spcBef>
                <a:spcPts val="0"/>
              </a:spcBef>
              <a:spcAft>
                <a:spcPts val="0"/>
              </a:spcAft>
              <a:buSzPts val="1100"/>
              <a:buChar char="○"/>
              <a:defRPr/>
            </a:lvl5pPr>
            <a:lvl6pPr marL="2743200" lvl="5" indent="-292100">
              <a:spcBef>
                <a:spcPts val="0"/>
              </a:spcBef>
              <a:spcAft>
                <a:spcPts val="0"/>
              </a:spcAft>
              <a:buSzPts val="1000"/>
              <a:buChar char="■"/>
              <a:defRPr/>
            </a:lvl6pPr>
            <a:lvl7pPr marL="3200400" lvl="6" indent="-285750">
              <a:spcBef>
                <a:spcPts val="0"/>
              </a:spcBef>
              <a:spcAft>
                <a:spcPts val="0"/>
              </a:spcAft>
              <a:buSzPts val="900"/>
              <a:buChar char="●"/>
              <a:defRPr/>
            </a:lvl7pPr>
            <a:lvl8pPr marL="3657600" lvl="7" indent="-279400">
              <a:spcBef>
                <a:spcPts val="0"/>
              </a:spcBef>
              <a:spcAft>
                <a:spcPts val="0"/>
              </a:spcAft>
              <a:buSzPts val="800"/>
              <a:buChar char="○"/>
              <a:defRPr/>
            </a:lvl8pPr>
            <a:lvl9pPr marL="4114800" lvl="8" indent="-273050">
              <a:spcBef>
                <a:spcPts val="0"/>
              </a:spcBef>
              <a:spcAft>
                <a:spcPts val="0"/>
              </a:spcAft>
              <a:buSzPts val="700"/>
              <a:buChar char="■"/>
              <a:defRPr/>
            </a:lvl9pPr>
          </a:lstStyle>
          <a:p>
            <a:endParaRPr/>
          </a:p>
        </p:txBody>
      </p:sp>
      <p:sp>
        <p:nvSpPr>
          <p:cNvPr id="128" name="Google Shape;128;p29"/>
          <p:cNvSpPr txBox="1">
            <a:spLocks noGrp="1"/>
          </p:cNvSpPr>
          <p:nvPr>
            <p:ph type="body" idx="2"/>
          </p:nvPr>
        </p:nvSpPr>
        <p:spPr>
          <a:xfrm>
            <a:off x="4938725" y="1759093"/>
            <a:ext cx="3838500" cy="11385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17500">
              <a:spcBef>
                <a:spcPts val="0"/>
              </a:spcBef>
              <a:spcAft>
                <a:spcPts val="0"/>
              </a:spcAft>
              <a:buSzPts val="1400"/>
              <a:buChar char="○"/>
              <a:defRPr/>
            </a:lvl2pPr>
            <a:lvl3pPr marL="1371600" lvl="2" indent="-311150">
              <a:spcBef>
                <a:spcPts val="0"/>
              </a:spcBef>
              <a:spcAft>
                <a:spcPts val="0"/>
              </a:spcAft>
              <a:buSzPts val="1300"/>
              <a:buChar char="■"/>
              <a:defRPr/>
            </a:lvl3pPr>
            <a:lvl4pPr marL="1828800" lvl="3" indent="-304800">
              <a:spcBef>
                <a:spcPts val="0"/>
              </a:spcBef>
              <a:spcAft>
                <a:spcPts val="0"/>
              </a:spcAft>
              <a:buSzPts val="1200"/>
              <a:buChar char="●"/>
              <a:defRPr/>
            </a:lvl4pPr>
            <a:lvl5pPr marL="2286000" lvl="4" indent="-298450">
              <a:spcBef>
                <a:spcPts val="0"/>
              </a:spcBef>
              <a:spcAft>
                <a:spcPts val="0"/>
              </a:spcAft>
              <a:buSzPts val="1100"/>
              <a:buChar char="○"/>
              <a:defRPr/>
            </a:lvl5pPr>
            <a:lvl6pPr marL="2743200" lvl="5" indent="-292100">
              <a:spcBef>
                <a:spcPts val="0"/>
              </a:spcBef>
              <a:spcAft>
                <a:spcPts val="0"/>
              </a:spcAft>
              <a:buSzPts val="1000"/>
              <a:buChar char="■"/>
              <a:defRPr/>
            </a:lvl6pPr>
            <a:lvl7pPr marL="3200400" lvl="6" indent="-285750">
              <a:spcBef>
                <a:spcPts val="0"/>
              </a:spcBef>
              <a:spcAft>
                <a:spcPts val="0"/>
              </a:spcAft>
              <a:buSzPts val="900"/>
              <a:buChar char="●"/>
              <a:defRPr/>
            </a:lvl7pPr>
            <a:lvl8pPr marL="3657600" lvl="7" indent="-279400">
              <a:spcBef>
                <a:spcPts val="0"/>
              </a:spcBef>
              <a:spcAft>
                <a:spcPts val="0"/>
              </a:spcAft>
              <a:buSzPts val="800"/>
              <a:buChar char="○"/>
              <a:defRPr/>
            </a:lvl8pPr>
            <a:lvl9pPr marL="4114800" lvl="8" indent="-273050">
              <a:spcBef>
                <a:spcPts val="0"/>
              </a:spcBef>
              <a:spcAft>
                <a:spcPts val="0"/>
              </a:spcAft>
              <a:buSzPts val="700"/>
              <a:buChar char="■"/>
              <a:defRPr/>
            </a:lvl9pPr>
          </a:lstStyle>
          <a:p>
            <a:endParaRPr/>
          </a:p>
        </p:txBody>
      </p:sp>
      <p:sp>
        <p:nvSpPr>
          <p:cNvPr id="129" name="Google Shape;129;p29"/>
          <p:cNvSpPr txBox="1">
            <a:spLocks noGrp="1"/>
          </p:cNvSpPr>
          <p:nvPr>
            <p:ph type="body" idx="3"/>
          </p:nvPr>
        </p:nvSpPr>
        <p:spPr>
          <a:xfrm>
            <a:off x="366750" y="3648575"/>
            <a:ext cx="3838500" cy="11385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17500">
              <a:spcBef>
                <a:spcPts val="0"/>
              </a:spcBef>
              <a:spcAft>
                <a:spcPts val="0"/>
              </a:spcAft>
              <a:buSzPts val="1400"/>
              <a:buChar char="○"/>
              <a:defRPr/>
            </a:lvl2pPr>
            <a:lvl3pPr marL="1371600" lvl="2" indent="-311150">
              <a:spcBef>
                <a:spcPts val="0"/>
              </a:spcBef>
              <a:spcAft>
                <a:spcPts val="0"/>
              </a:spcAft>
              <a:buSzPts val="1300"/>
              <a:buChar char="■"/>
              <a:defRPr/>
            </a:lvl3pPr>
            <a:lvl4pPr marL="1828800" lvl="3" indent="-304800">
              <a:spcBef>
                <a:spcPts val="0"/>
              </a:spcBef>
              <a:spcAft>
                <a:spcPts val="0"/>
              </a:spcAft>
              <a:buSzPts val="1200"/>
              <a:buChar char="●"/>
              <a:defRPr/>
            </a:lvl4pPr>
            <a:lvl5pPr marL="2286000" lvl="4" indent="-298450">
              <a:spcBef>
                <a:spcPts val="0"/>
              </a:spcBef>
              <a:spcAft>
                <a:spcPts val="0"/>
              </a:spcAft>
              <a:buSzPts val="1100"/>
              <a:buChar char="○"/>
              <a:defRPr/>
            </a:lvl5pPr>
            <a:lvl6pPr marL="2743200" lvl="5" indent="-292100">
              <a:spcBef>
                <a:spcPts val="0"/>
              </a:spcBef>
              <a:spcAft>
                <a:spcPts val="0"/>
              </a:spcAft>
              <a:buSzPts val="1000"/>
              <a:buChar char="■"/>
              <a:defRPr/>
            </a:lvl6pPr>
            <a:lvl7pPr marL="3200400" lvl="6" indent="-285750">
              <a:spcBef>
                <a:spcPts val="0"/>
              </a:spcBef>
              <a:spcAft>
                <a:spcPts val="0"/>
              </a:spcAft>
              <a:buSzPts val="900"/>
              <a:buChar char="●"/>
              <a:defRPr/>
            </a:lvl7pPr>
            <a:lvl8pPr marL="3657600" lvl="7" indent="-279400">
              <a:spcBef>
                <a:spcPts val="0"/>
              </a:spcBef>
              <a:spcAft>
                <a:spcPts val="0"/>
              </a:spcAft>
              <a:buSzPts val="800"/>
              <a:buChar char="○"/>
              <a:defRPr/>
            </a:lvl8pPr>
            <a:lvl9pPr marL="4114800" lvl="8" indent="-273050">
              <a:spcBef>
                <a:spcPts val="0"/>
              </a:spcBef>
              <a:spcAft>
                <a:spcPts val="0"/>
              </a:spcAft>
              <a:buSzPts val="700"/>
              <a:buChar char="■"/>
              <a:defRPr/>
            </a:lvl9pPr>
          </a:lstStyle>
          <a:p>
            <a:endParaRPr/>
          </a:p>
        </p:txBody>
      </p:sp>
      <p:sp>
        <p:nvSpPr>
          <p:cNvPr id="130" name="Google Shape;130;p29"/>
          <p:cNvSpPr txBox="1">
            <a:spLocks noGrp="1"/>
          </p:cNvSpPr>
          <p:nvPr>
            <p:ph type="body" idx="4"/>
          </p:nvPr>
        </p:nvSpPr>
        <p:spPr>
          <a:xfrm>
            <a:off x="4938750" y="3648575"/>
            <a:ext cx="3838500" cy="11385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17500">
              <a:spcBef>
                <a:spcPts val="0"/>
              </a:spcBef>
              <a:spcAft>
                <a:spcPts val="0"/>
              </a:spcAft>
              <a:buSzPts val="1400"/>
              <a:buChar char="○"/>
              <a:defRPr/>
            </a:lvl2pPr>
            <a:lvl3pPr marL="1371600" lvl="2" indent="-311150">
              <a:spcBef>
                <a:spcPts val="0"/>
              </a:spcBef>
              <a:spcAft>
                <a:spcPts val="0"/>
              </a:spcAft>
              <a:buSzPts val="1300"/>
              <a:buChar char="■"/>
              <a:defRPr/>
            </a:lvl3pPr>
            <a:lvl4pPr marL="1828800" lvl="3" indent="-304800">
              <a:spcBef>
                <a:spcPts val="0"/>
              </a:spcBef>
              <a:spcAft>
                <a:spcPts val="0"/>
              </a:spcAft>
              <a:buSzPts val="1200"/>
              <a:buChar char="●"/>
              <a:defRPr/>
            </a:lvl4pPr>
            <a:lvl5pPr marL="2286000" lvl="4" indent="-298450">
              <a:spcBef>
                <a:spcPts val="0"/>
              </a:spcBef>
              <a:spcAft>
                <a:spcPts val="0"/>
              </a:spcAft>
              <a:buSzPts val="1100"/>
              <a:buChar char="○"/>
              <a:defRPr/>
            </a:lvl5pPr>
            <a:lvl6pPr marL="2743200" lvl="5" indent="-292100">
              <a:spcBef>
                <a:spcPts val="0"/>
              </a:spcBef>
              <a:spcAft>
                <a:spcPts val="0"/>
              </a:spcAft>
              <a:buSzPts val="1000"/>
              <a:buChar char="■"/>
              <a:defRPr/>
            </a:lvl6pPr>
            <a:lvl7pPr marL="3200400" lvl="6" indent="-285750">
              <a:spcBef>
                <a:spcPts val="0"/>
              </a:spcBef>
              <a:spcAft>
                <a:spcPts val="0"/>
              </a:spcAft>
              <a:buSzPts val="900"/>
              <a:buChar char="●"/>
              <a:defRPr/>
            </a:lvl7pPr>
            <a:lvl8pPr marL="3657600" lvl="7" indent="-279400">
              <a:spcBef>
                <a:spcPts val="0"/>
              </a:spcBef>
              <a:spcAft>
                <a:spcPts val="0"/>
              </a:spcAft>
              <a:buSzPts val="800"/>
              <a:buChar char="○"/>
              <a:defRPr/>
            </a:lvl8pPr>
            <a:lvl9pPr marL="4114800" lvl="8" indent="-273050">
              <a:spcBef>
                <a:spcPts val="0"/>
              </a:spcBef>
              <a:spcAft>
                <a:spcPts val="0"/>
              </a:spcAft>
              <a:buSzPts val="700"/>
              <a:buChar char="■"/>
              <a:defRPr/>
            </a:lvl9pPr>
          </a:lstStyle>
          <a:p>
            <a:endParaRPr/>
          </a:p>
        </p:txBody>
      </p:sp>
      <p:sp>
        <p:nvSpPr>
          <p:cNvPr id="131" name="Google Shape;131;p29"/>
          <p:cNvSpPr txBox="1">
            <a:spLocks noGrp="1"/>
          </p:cNvSpPr>
          <p:nvPr>
            <p:ph type="title"/>
          </p:nvPr>
        </p:nvSpPr>
        <p:spPr>
          <a:xfrm>
            <a:off x="366750" y="450025"/>
            <a:ext cx="8184600" cy="758100"/>
          </a:xfrm>
          <a:prstGeom prst="rect">
            <a:avLst/>
          </a:prstGeom>
        </p:spPr>
        <p:txBody>
          <a:bodyPr spcFirstLastPara="1" wrap="square" lIns="91425" tIns="91425" rIns="91425" bIns="91425" anchor="ctr" anchorCtr="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132" name="Google Shape;132;p29"/>
          <p:cNvSpPr txBox="1">
            <a:spLocks noGrp="1"/>
          </p:cNvSpPr>
          <p:nvPr>
            <p:ph type="subTitle" idx="5"/>
          </p:nvPr>
        </p:nvSpPr>
        <p:spPr>
          <a:xfrm>
            <a:off x="366763" y="1277907"/>
            <a:ext cx="3838500" cy="4812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133" name="Google Shape;133;p29"/>
          <p:cNvSpPr txBox="1">
            <a:spLocks noGrp="1"/>
          </p:cNvSpPr>
          <p:nvPr>
            <p:ph type="subTitle" idx="6"/>
          </p:nvPr>
        </p:nvSpPr>
        <p:spPr>
          <a:xfrm>
            <a:off x="4938738" y="1277907"/>
            <a:ext cx="3838500" cy="4812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134" name="Google Shape;134;p29"/>
          <p:cNvSpPr txBox="1">
            <a:spLocks noGrp="1"/>
          </p:cNvSpPr>
          <p:nvPr>
            <p:ph type="subTitle" idx="7"/>
          </p:nvPr>
        </p:nvSpPr>
        <p:spPr>
          <a:xfrm>
            <a:off x="4938761" y="3167363"/>
            <a:ext cx="3838500" cy="4812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135" name="Google Shape;135;p29"/>
          <p:cNvSpPr txBox="1">
            <a:spLocks noGrp="1"/>
          </p:cNvSpPr>
          <p:nvPr>
            <p:ph type="subTitle" idx="8"/>
          </p:nvPr>
        </p:nvSpPr>
        <p:spPr>
          <a:xfrm>
            <a:off x="366750" y="3167363"/>
            <a:ext cx="3838500" cy="4812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image">
  <p:cSld name="TITLE_ONLY_1_1">
    <p:spTree>
      <p:nvGrpSpPr>
        <p:cNvPr id="1" name="Shape 136"/>
        <p:cNvGrpSpPr/>
        <p:nvPr/>
      </p:nvGrpSpPr>
      <p:grpSpPr>
        <a:xfrm>
          <a:off x="0" y="0"/>
          <a:ext cx="0" cy="0"/>
          <a:chOff x="0" y="0"/>
          <a:chExt cx="0" cy="0"/>
        </a:xfrm>
      </p:grpSpPr>
      <p:sp>
        <p:nvSpPr>
          <p:cNvPr id="137" name="Google Shape;137;p3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3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8" name="Google Shape;138;p3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139" name="Google Shape;139;p30"/>
          <p:cNvSpPr>
            <a:spLocks noGrp="1"/>
          </p:cNvSpPr>
          <p:nvPr>
            <p:ph type="pic" idx="2"/>
          </p:nvPr>
        </p:nvSpPr>
        <p:spPr>
          <a:xfrm>
            <a:off x="311700" y="1170425"/>
            <a:ext cx="8520600" cy="3492900"/>
          </a:xfrm>
          <a:prstGeom prst="rect">
            <a:avLst/>
          </a:prstGeom>
          <a:noFill/>
          <a:ln>
            <a:noFill/>
          </a:ln>
        </p:spPr>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wo storyboards">
  <p:cSld name="CUSTOM_4_1">
    <p:spTree>
      <p:nvGrpSpPr>
        <p:cNvPr id="1" name="Shape 140"/>
        <p:cNvGrpSpPr/>
        <p:nvPr/>
      </p:nvGrpSpPr>
      <p:grpSpPr>
        <a:xfrm>
          <a:off x="0" y="0"/>
          <a:ext cx="0" cy="0"/>
          <a:chOff x="0" y="0"/>
          <a:chExt cx="0" cy="0"/>
        </a:xfrm>
      </p:grpSpPr>
      <p:sp>
        <p:nvSpPr>
          <p:cNvPr id="141" name="Google Shape;141;p31"/>
          <p:cNvSpPr txBox="1">
            <a:spLocks noGrp="1"/>
          </p:cNvSpPr>
          <p:nvPr>
            <p:ph type="body" idx="1"/>
          </p:nvPr>
        </p:nvSpPr>
        <p:spPr>
          <a:xfrm>
            <a:off x="311700" y="4080225"/>
            <a:ext cx="4027500" cy="9261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142" name="Google Shape;142;p31"/>
          <p:cNvSpPr>
            <a:spLocks noGrp="1"/>
          </p:cNvSpPr>
          <p:nvPr>
            <p:ph type="pic" idx="2"/>
          </p:nvPr>
        </p:nvSpPr>
        <p:spPr>
          <a:xfrm>
            <a:off x="4804825" y="1133300"/>
            <a:ext cx="4027500" cy="2392800"/>
          </a:xfrm>
          <a:prstGeom prst="rect">
            <a:avLst/>
          </a:prstGeom>
          <a:noFill/>
          <a:ln>
            <a:noFill/>
          </a:ln>
        </p:spPr>
      </p:sp>
      <p:sp>
        <p:nvSpPr>
          <p:cNvPr id="143" name="Google Shape;143;p31"/>
          <p:cNvSpPr>
            <a:spLocks noGrp="1"/>
          </p:cNvSpPr>
          <p:nvPr>
            <p:ph type="pic" idx="3"/>
          </p:nvPr>
        </p:nvSpPr>
        <p:spPr>
          <a:xfrm>
            <a:off x="311725" y="1133300"/>
            <a:ext cx="4027500" cy="2392800"/>
          </a:xfrm>
          <a:prstGeom prst="rect">
            <a:avLst/>
          </a:prstGeom>
          <a:noFill/>
          <a:ln>
            <a:noFill/>
          </a:ln>
        </p:spPr>
      </p:sp>
      <p:sp>
        <p:nvSpPr>
          <p:cNvPr id="144" name="Google Shape;144;p31"/>
          <p:cNvSpPr txBox="1">
            <a:spLocks noGrp="1"/>
          </p:cNvSpPr>
          <p:nvPr>
            <p:ph type="body" idx="4"/>
          </p:nvPr>
        </p:nvSpPr>
        <p:spPr>
          <a:xfrm>
            <a:off x="4804825" y="4080225"/>
            <a:ext cx="4027500" cy="9261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145" name="Google Shape;145;p3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146" name="Google Shape;146;p3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3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7" name="Google Shape;147;p31"/>
          <p:cNvSpPr txBox="1">
            <a:spLocks noGrp="1"/>
          </p:cNvSpPr>
          <p:nvPr>
            <p:ph type="subTitle" idx="5"/>
          </p:nvPr>
        </p:nvSpPr>
        <p:spPr>
          <a:xfrm>
            <a:off x="311725" y="3582900"/>
            <a:ext cx="4027500" cy="4812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148" name="Google Shape;148;p31"/>
          <p:cNvSpPr txBox="1">
            <a:spLocks noGrp="1"/>
          </p:cNvSpPr>
          <p:nvPr>
            <p:ph type="subTitle" idx="6"/>
          </p:nvPr>
        </p:nvSpPr>
        <p:spPr>
          <a:xfrm>
            <a:off x="4804825" y="3582900"/>
            <a:ext cx="4027500" cy="4812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hree storyboards">
  <p:cSld name="CUSTOM_4_1_1">
    <p:spTree>
      <p:nvGrpSpPr>
        <p:cNvPr id="1" name="Shape 149"/>
        <p:cNvGrpSpPr/>
        <p:nvPr/>
      </p:nvGrpSpPr>
      <p:grpSpPr>
        <a:xfrm>
          <a:off x="0" y="0"/>
          <a:ext cx="0" cy="0"/>
          <a:chOff x="0" y="0"/>
          <a:chExt cx="0" cy="0"/>
        </a:xfrm>
      </p:grpSpPr>
      <p:sp>
        <p:nvSpPr>
          <p:cNvPr id="150" name="Google Shape;150;p32"/>
          <p:cNvSpPr txBox="1">
            <a:spLocks noGrp="1"/>
          </p:cNvSpPr>
          <p:nvPr>
            <p:ph type="body" idx="1"/>
          </p:nvPr>
        </p:nvSpPr>
        <p:spPr>
          <a:xfrm>
            <a:off x="311700" y="3911700"/>
            <a:ext cx="2627100" cy="10185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151" name="Google Shape;151;p32"/>
          <p:cNvSpPr>
            <a:spLocks noGrp="1"/>
          </p:cNvSpPr>
          <p:nvPr>
            <p:ph type="pic" idx="2"/>
          </p:nvPr>
        </p:nvSpPr>
        <p:spPr>
          <a:xfrm>
            <a:off x="6205225" y="1128325"/>
            <a:ext cx="2627100" cy="2273100"/>
          </a:xfrm>
          <a:prstGeom prst="rect">
            <a:avLst/>
          </a:prstGeom>
          <a:noFill/>
          <a:ln>
            <a:noFill/>
          </a:ln>
        </p:spPr>
      </p:sp>
      <p:sp>
        <p:nvSpPr>
          <p:cNvPr id="152" name="Google Shape;152;p32"/>
          <p:cNvSpPr>
            <a:spLocks noGrp="1"/>
          </p:cNvSpPr>
          <p:nvPr>
            <p:ph type="pic" idx="3"/>
          </p:nvPr>
        </p:nvSpPr>
        <p:spPr>
          <a:xfrm>
            <a:off x="311725" y="1128325"/>
            <a:ext cx="2627100" cy="2273100"/>
          </a:xfrm>
          <a:prstGeom prst="rect">
            <a:avLst/>
          </a:prstGeom>
          <a:noFill/>
          <a:ln>
            <a:noFill/>
          </a:ln>
        </p:spPr>
      </p:sp>
      <p:sp>
        <p:nvSpPr>
          <p:cNvPr id="153" name="Google Shape;153;p32"/>
          <p:cNvSpPr txBox="1">
            <a:spLocks noGrp="1"/>
          </p:cNvSpPr>
          <p:nvPr>
            <p:ph type="body" idx="4"/>
          </p:nvPr>
        </p:nvSpPr>
        <p:spPr>
          <a:xfrm>
            <a:off x="6205225" y="3911700"/>
            <a:ext cx="2627100" cy="10185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154" name="Google Shape;154;p32"/>
          <p:cNvSpPr>
            <a:spLocks noGrp="1"/>
          </p:cNvSpPr>
          <p:nvPr>
            <p:ph type="pic" idx="5"/>
          </p:nvPr>
        </p:nvSpPr>
        <p:spPr>
          <a:xfrm>
            <a:off x="3255250" y="1128325"/>
            <a:ext cx="2627100" cy="2273100"/>
          </a:xfrm>
          <a:prstGeom prst="rect">
            <a:avLst/>
          </a:prstGeom>
          <a:noFill/>
          <a:ln>
            <a:noFill/>
          </a:ln>
        </p:spPr>
      </p:sp>
      <p:sp>
        <p:nvSpPr>
          <p:cNvPr id="155" name="Google Shape;155;p32"/>
          <p:cNvSpPr txBox="1">
            <a:spLocks noGrp="1"/>
          </p:cNvSpPr>
          <p:nvPr>
            <p:ph type="body" idx="6"/>
          </p:nvPr>
        </p:nvSpPr>
        <p:spPr>
          <a:xfrm>
            <a:off x="3255250" y="3911700"/>
            <a:ext cx="2627100" cy="10185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156" name="Google Shape;156;p3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157" name="Google Shape;157;p3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3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8" name="Google Shape;158;p32"/>
          <p:cNvSpPr txBox="1">
            <a:spLocks noGrp="1"/>
          </p:cNvSpPr>
          <p:nvPr>
            <p:ph type="subTitle" idx="7"/>
          </p:nvPr>
        </p:nvSpPr>
        <p:spPr>
          <a:xfrm>
            <a:off x="311725" y="3430500"/>
            <a:ext cx="2627100" cy="4812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159" name="Google Shape;159;p32"/>
          <p:cNvSpPr txBox="1">
            <a:spLocks noGrp="1"/>
          </p:cNvSpPr>
          <p:nvPr>
            <p:ph type="subTitle" idx="8"/>
          </p:nvPr>
        </p:nvSpPr>
        <p:spPr>
          <a:xfrm>
            <a:off x="6205225" y="3430500"/>
            <a:ext cx="2627100" cy="4812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160" name="Google Shape;160;p32"/>
          <p:cNvSpPr txBox="1">
            <a:spLocks noGrp="1"/>
          </p:cNvSpPr>
          <p:nvPr>
            <p:ph type="subTitle" idx="9"/>
          </p:nvPr>
        </p:nvSpPr>
        <p:spPr>
          <a:xfrm>
            <a:off x="3255250" y="3430500"/>
            <a:ext cx="2627100" cy="4812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Image only">
  <p:cSld name="CUSTOM_5_1">
    <p:spTree>
      <p:nvGrpSpPr>
        <p:cNvPr id="1" name="Shape 161"/>
        <p:cNvGrpSpPr/>
        <p:nvPr/>
      </p:nvGrpSpPr>
      <p:grpSpPr>
        <a:xfrm>
          <a:off x="0" y="0"/>
          <a:ext cx="0" cy="0"/>
          <a:chOff x="0" y="0"/>
          <a:chExt cx="0" cy="0"/>
        </a:xfrm>
      </p:grpSpPr>
      <p:sp>
        <p:nvSpPr>
          <p:cNvPr id="162" name="Google Shape;162;p33"/>
          <p:cNvSpPr>
            <a:spLocks noGrp="1"/>
          </p:cNvSpPr>
          <p:nvPr>
            <p:ph type="pic" idx="2"/>
          </p:nvPr>
        </p:nvSpPr>
        <p:spPr>
          <a:xfrm>
            <a:off x="311700" y="445025"/>
            <a:ext cx="8520600" cy="4218300"/>
          </a:xfrm>
          <a:prstGeom prst="rect">
            <a:avLst/>
          </a:prstGeom>
          <a:noFill/>
          <a:ln>
            <a:noFill/>
          </a:ln>
        </p:spPr>
      </p:sp>
      <p:sp>
        <p:nvSpPr>
          <p:cNvPr id="163" name="Google Shape;163;p3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Image grid">
  <p:cSld name="CUSTOM_6_1">
    <p:spTree>
      <p:nvGrpSpPr>
        <p:cNvPr id="1" name="Shape 164"/>
        <p:cNvGrpSpPr/>
        <p:nvPr/>
      </p:nvGrpSpPr>
      <p:grpSpPr>
        <a:xfrm>
          <a:off x="0" y="0"/>
          <a:ext cx="0" cy="0"/>
          <a:chOff x="0" y="0"/>
          <a:chExt cx="0" cy="0"/>
        </a:xfrm>
      </p:grpSpPr>
      <p:sp>
        <p:nvSpPr>
          <p:cNvPr id="165" name="Google Shape;165;p3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166" name="Google Shape;166;p34"/>
          <p:cNvSpPr>
            <a:spLocks noGrp="1"/>
          </p:cNvSpPr>
          <p:nvPr>
            <p:ph type="pic" idx="2"/>
          </p:nvPr>
        </p:nvSpPr>
        <p:spPr>
          <a:xfrm>
            <a:off x="3389600" y="118913"/>
            <a:ext cx="1643700" cy="1535100"/>
          </a:xfrm>
          <a:prstGeom prst="rect">
            <a:avLst/>
          </a:prstGeom>
          <a:noFill/>
          <a:ln>
            <a:noFill/>
          </a:ln>
        </p:spPr>
      </p:sp>
      <p:sp>
        <p:nvSpPr>
          <p:cNvPr id="167" name="Google Shape;167;p34"/>
          <p:cNvSpPr>
            <a:spLocks noGrp="1"/>
          </p:cNvSpPr>
          <p:nvPr>
            <p:ph type="pic" idx="3"/>
          </p:nvPr>
        </p:nvSpPr>
        <p:spPr>
          <a:xfrm>
            <a:off x="5195935" y="118913"/>
            <a:ext cx="1643700" cy="1535100"/>
          </a:xfrm>
          <a:prstGeom prst="rect">
            <a:avLst/>
          </a:prstGeom>
          <a:noFill/>
          <a:ln>
            <a:noFill/>
          </a:ln>
        </p:spPr>
      </p:sp>
      <p:sp>
        <p:nvSpPr>
          <p:cNvPr id="168" name="Google Shape;168;p34"/>
          <p:cNvSpPr>
            <a:spLocks noGrp="1"/>
          </p:cNvSpPr>
          <p:nvPr>
            <p:ph type="pic" idx="4"/>
          </p:nvPr>
        </p:nvSpPr>
        <p:spPr>
          <a:xfrm>
            <a:off x="7002270" y="118913"/>
            <a:ext cx="1643700" cy="1535100"/>
          </a:xfrm>
          <a:prstGeom prst="rect">
            <a:avLst/>
          </a:prstGeom>
          <a:noFill/>
          <a:ln>
            <a:noFill/>
          </a:ln>
        </p:spPr>
      </p:sp>
      <p:sp>
        <p:nvSpPr>
          <p:cNvPr id="169" name="Google Shape;169;p34"/>
          <p:cNvSpPr>
            <a:spLocks noGrp="1"/>
          </p:cNvSpPr>
          <p:nvPr>
            <p:ph type="pic" idx="5"/>
          </p:nvPr>
        </p:nvSpPr>
        <p:spPr>
          <a:xfrm>
            <a:off x="3389588" y="1804212"/>
            <a:ext cx="1643700" cy="1535100"/>
          </a:xfrm>
          <a:prstGeom prst="rect">
            <a:avLst/>
          </a:prstGeom>
          <a:noFill/>
          <a:ln>
            <a:noFill/>
          </a:ln>
        </p:spPr>
      </p:sp>
      <p:sp>
        <p:nvSpPr>
          <p:cNvPr id="170" name="Google Shape;170;p34"/>
          <p:cNvSpPr>
            <a:spLocks noGrp="1"/>
          </p:cNvSpPr>
          <p:nvPr>
            <p:ph type="pic" idx="6"/>
          </p:nvPr>
        </p:nvSpPr>
        <p:spPr>
          <a:xfrm>
            <a:off x="5195922" y="1804212"/>
            <a:ext cx="1643700" cy="1535100"/>
          </a:xfrm>
          <a:prstGeom prst="rect">
            <a:avLst/>
          </a:prstGeom>
          <a:noFill/>
          <a:ln>
            <a:noFill/>
          </a:ln>
        </p:spPr>
      </p:sp>
      <p:sp>
        <p:nvSpPr>
          <p:cNvPr id="171" name="Google Shape;171;p34"/>
          <p:cNvSpPr>
            <a:spLocks noGrp="1"/>
          </p:cNvSpPr>
          <p:nvPr>
            <p:ph type="pic" idx="7"/>
          </p:nvPr>
        </p:nvSpPr>
        <p:spPr>
          <a:xfrm>
            <a:off x="7002257" y="1804212"/>
            <a:ext cx="1643700" cy="1535100"/>
          </a:xfrm>
          <a:prstGeom prst="rect">
            <a:avLst/>
          </a:prstGeom>
          <a:noFill/>
          <a:ln>
            <a:noFill/>
          </a:ln>
        </p:spPr>
      </p:sp>
      <p:sp>
        <p:nvSpPr>
          <p:cNvPr id="172" name="Google Shape;172;p34"/>
          <p:cNvSpPr txBox="1">
            <a:spLocks noGrp="1"/>
          </p:cNvSpPr>
          <p:nvPr>
            <p:ph type="title"/>
          </p:nvPr>
        </p:nvSpPr>
        <p:spPr>
          <a:xfrm>
            <a:off x="351550" y="445025"/>
            <a:ext cx="2596800" cy="1706400"/>
          </a:xfrm>
          <a:prstGeom prst="rect">
            <a:avLst/>
          </a:prstGeom>
        </p:spPr>
        <p:txBody>
          <a:bodyPr spcFirstLastPara="1" wrap="square" lIns="91425" tIns="91425" rIns="91425" bIns="91425" anchor="t" anchorCtr="0">
            <a:spAutoFit/>
          </a:bodyPr>
          <a:lstStyle>
            <a:lvl1pPr lvl="0">
              <a:spcBef>
                <a:spcPts val="0"/>
              </a:spcBef>
              <a:spcAft>
                <a:spcPts val="0"/>
              </a:spcAft>
              <a:buSzPts val="3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3" name="Google Shape;173;p34"/>
          <p:cNvSpPr>
            <a:spLocks noGrp="1"/>
          </p:cNvSpPr>
          <p:nvPr>
            <p:ph type="pic" idx="8"/>
          </p:nvPr>
        </p:nvSpPr>
        <p:spPr>
          <a:xfrm>
            <a:off x="3389588" y="3489487"/>
            <a:ext cx="1643700" cy="1535100"/>
          </a:xfrm>
          <a:prstGeom prst="rect">
            <a:avLst/>
          </a:prstGeom>
          <a:noFill/>
          <a:ln>
            <a:noFill/>
          </a:ln>
        </p:spPr>
      </p:sp>
      <p:sp>
        <p:nvSpPr>
          <p:cNvPr id="174" name="Google Shape;174;p34"/>
          <p:cNvSpPr>
            <a:spLocks noGrp="1"/>
          </p:cNvSpPr>
          <p:nvPr>
            <p:ph type="pic" idx="9"/>
          </p:nvPr>
        </p:nvSpPr>
        <p:spPr>
          <a:xfrm>
            <a:off x="5195922" y="3489487"/>
            <a:ext cx="1643700" cy="1535100"/>
          </a:xfrm>
          <a:prstGeom prst="rect">
            <a:avLst/>
          </a:prstGeom>
          <a:noFill/>
          <a:ln>
            <a:noFill/>
          </a:ln>
        </p:spPr>
      </p:sp>
      <p:sp>
        <p:nvSpPr>
          <p:cNvPr id="175" name="Google Shape;175;p34"/>
          <p:cNvSpPr>
            <a:spLocks noGrp="1"/>
          </p:cNvSpPr>
          <p:nvPr>
            <p:ph type="pic" idx="13"/>
          </p:nvPr>
        </p:nvSpPr>
        <p:spPr>
          <a:xfrm>
            <a:off x="7002257" y="3489487"/>
            <a:ext cx="1643700" cy="1535100"/>
          </a:xfrm>
          <a:prstGeom prst="rect">
            <a:avLst/>
          </a:prstGeom>
          <a:noFill/>
          <a:ln>
            <a:noFill/>
          </a:ln>
        </p:spPr>
      </p:sp>
    </p:spTree>
  </p:cSld>
  <p:clrMapOvr>
    <a:masterClrMapping/>
  </p:clrMapOvr>
  <p:extLst>
    <p:ext uri="{DCECCB84-F9BA-43D5-87BE-67443E8EF086}">
      <p15:sldGuideLst xmlns:p15="http://schemas.microsoft.com/office/powerpoint/2012/main">
        <p15:guide id="1" pos="5564">
          <p15:clr>
            <a:srgbClr val="E46962"/>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Section Header">
  <p:cSld name="BLANK_1">
    <p:spTree>
      <p:nvGrpSpPr>
        <p:cNvPr id="1" name="Shape 176"/>
        <p:cNvGrpSpPr/>
        <p:nvPr/>
      </p:nvGrpSpPr>
      <p:grpSpPr>
        <a:xfrm>
          <a:off x="0" y="0"/>
          <a:ext cx="0" cy="0"/>
          <a:chOff x="0" y="0"/>
          <a:chExt cx="0" cy="0"/>
        </a:xfrm>
      </p:grpSpPr>
      <p:sp>
        <p:nvSpPr>
          <p:cNvPr id="177" name="Google Shape;177;p35"/>
          <p:cNvSpPr txBox="1">
            <a:spLocks noGrp="1"/>
          </p:cNvSpPr>
          <p:nvPr>
            <p:ph type="title"/>
          </p:nvPr>
        </p:nvSpPr>
        <p:spPr>
          <a:xfrm>
            <a:off x="697350" y="2932550"/>
            <a:ext cx="7749300" cy="10158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dk1"/>
              </a:buClr>
              <a:buSzPts val="3600"/>
              <a:buFont typeface="Hepta Slab Medium"/>
              <a:buNone/>
              <a:defRPr>
                <a:latin typeface="Hepta Slab Medium"/>
                <a:ea typeface="Hepta Slab Medium"/>
                <a:cs typeface="Hepta Slab Medium"/>
                <a:sym typeface="Hepta Slab Medium"/>
              </a:defRPr>
            </a:lvl1pPr>
            <a:lvl2pPr lvl="1"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2pPr>
            <a:lvl3pPr lvl="2"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3pPr>
            <a:lvl4pPr lvl="3"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4pPr>
            <a:lvl5pPr lvl="4"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5pPr>
            <a:lvl6pPr lvl="5"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6pPr>
            <a:lvl7pPr lvl="6"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7pPr>
            <a:lvl8pPr lvl="7"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8pPr>
            <a:lvl9pPr lvl="8"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9pPr>
          </a:lstStyle>
          <a:p>
            <a:endParaRPr/>
          </a:p>
        </p:txBody>
      </p:sp>
      <p:sp>
        <p:nvSpPr>
          <p:cNvPr id="178" name="Google Shape;178;p35"/>
          <p:cNvSpPr txBox="1">
            <a:spLocks noGrp="1"/>
          </p:cNvSpPr>
          <p:nvPr>
            <p:ph type="title" idx="2"/>
          </p:nvPr>
        </p:nvSpPr>
        <p:spPr>
          <a:xfrm>
            <a:off x="3278250" y="1194450"/>
            <a:ext cx="2587500" cy="1992600"/>
          </a:xfrm>
          <a:prstGeom prst="rect">
            <a:avLst/>
          </a:prstGeom>
        </p:spPr>
        <p:txBody>
          <a:bodyPr spcFirstLastPara="1" wrap="square" lIns="91425" tIns="91425" rIns="91425" bIns="91425" anchor="t" anchorCtr="0">
            <a:noAutofit/>
          </a:bodyPr>
          <a:lstStyle>
            <a:lvl1pPr lvl="0" algn="ctr">
              <a:spcBef>
                <a:spcPts val="0"/>
              </a:spcBef>
              <a:spcAft>
                <a:spcPts val="0"/>
              </a:spcAft>
              <a:buClr>
                <a:schemeClr val="accent4"/>
              </a:buClr>
              <a:buSzPts val="12800"/>
              <a:buNone/>
              <a:defRPr sz="12800">
                <a:solidFill>
                  <a:schemeClr val="accent4"/>
                </a:solidFill>
              </a:defRPr>
            </a:lvl1pPr>
            <a:lvl2pPr lvl="1" algn="ctr">
              <a:spcBef>
                <a:spcPts val="0"/>
              </a:spcBef>
              <a:spcAft>
                <a:spcPts val="0"/>
              </a:spcAft>
              <a:buClr>
                <a:schemeClr val="accent3"/>
              </a:buClr>
              <a:buSzPts val="12800"/>
              <a:buNone/>
              <a:defRPr sz="12800">
                <a:solidFill>
                  <a:schemeClr val="accent3"/>
                </a:solidFill>
                <a:latin typeface="Barlow Light"/>
                <a:ea typeface="Barlow Light"/>
                <a:cs typeface="Barlow Light"/>
                <a:sym typeface="Barlow Light"/>
              </a:defRPr>
            </a:lvl2pPr>
            <a:lvl3pPr lvl="2" algn="ctr">
              <a:spcBef>
                <a:spcPts val="0"/>
              </a:spcBef>
              <a:spcAft>
                <a:spcPts val="0"/>
              </a:spcAft>
              <a:buClr>
                <a:schemeClr val="accent3"/>
              </a:buClr>
              <a:buSzPts val="12800"/>
              <a:buNone/>
              <a:defRPr sz="12800">
                <a:solidFill>
                  <a:schemeClr val="accent3"/>
                </a:solidFill>
                <a:latin typeface="Barlow Light"/>
                <a:ea typeface="Barlow Light"/>
                <a:cs typeface="Barlow Light"/>
                <a:sym typeface="Barlow Light"/>
              </a:defRPr>
            </a:lvl3pPr>
            <a:lvl4pPr lvl="3" algn="ctr">
              <a:spcBef>
                <a:spcPts val="0"/>
              </a:spcBef>
              <a:spcAft>
                <a:spcPts val="0"/>
              </a:spcAft>
              <a:buClr>
                <a:schemeClr val="accent3"/>
              </a:buClr>
              <a:buSzPts val="12800"/>
              <a:buNone/>
              <a:defRPr sz="12800">
                <a:solidFill>
                  <a:schemeClr val="accent3"/>
                </a:solidFill>
                <a:latin typeface="Barlow Light"/>
                <a:ea typeface="Barlow Light"/>
                <a:cs typeface="Barlow Light"/>
                <a:sym typeface="Barlow Light"/>
              </a:defRPr>
            </a:lvl4pPr>
            <a:lvl5pPr lvl="4" algn="ctr">
              <a:spcBef>
                <a:spcPts val="0"/>
              </a:spcBef>
              <a:spcAft>
                <a:spcPts val="0"/>
              </a:spcAft>
              <a:buClr>
                <a:schemeClr val="accent3"/>
              </a:buClr>
              <a:buSzPts val="12800"/>
              <a:buNone/>
              <a:defRPr sz="12800">
                <a:solidFill>
                  <a:schemeClr val="accent3"/>
                </a:solidFill>
                <a:latin typeface="Barlow Light"/>
                <a:ea typeface="Barlow Light"/>
                <a:cs typeface="Barlow Light"/>
                <a:sym typeface="Barlow Light"/>
              </a:defRPr>
            </a:lvl5pPr>
            <a:lvl6pPr lvl="5" algn="ctr">
              <a:spcBef>
                <a:spcPts val="0"/>
              </a:spcBef>
              <a:spcAft>
                <a:spcPts val="0"/>
              </a:spcAft>
              <a:buClr>
                <a:schemeClr val="accent3"/>
              </a:buClr>
              <a:buSzPts val="12800"/>
              <a:buNone/>
              <a:defRPr sz="12800">
                <a:solidFill>
                  <a:schemeClr val="accent3"/>
                </a:solidFill>
                <a:latin typeface="Barlow Light"/>
                <a:ea typeface="Barlow Light"/>
                <a:cs typeface="Barlow Light"/>
                <a:sym typeface="Barlow Light"/>
              </a:defRPr>
            </a:lvl6pPr>
            <a:lvl7pPr lvl="6" algn="ctr">
              <a:spcBef>
                <a:spcPts val="0"/>
              </a:spcBef>
              <a:spcAft>
                <a:spcPts val="0"/>
              </a:spcAft>
              <a:buClr>
                <a:schemeClr val="accent3"/>
              </a:buClr>
              <a:buSzPts val="12800"/>
              <a:buNone/>
              <a:defRPr sz="12800">
                <a:solidFill>
                  <a:schemeClr val="accent3"/>
                </a:solidFill>
                <a:latin typeface="Barlow Light"/>
                <a:ea typeface="Barlow Light"/>
                <a:cs typeface="Barlow Light"/>
                <a:sym typeface="Barlow Light"/>
              </a:defRPr>
            </a:lvl7pPr>
            <a:lvl8pPr lvl="7" algn="ctr">
              <a:spcBef>
                <a:spcPts val="0"/>
              </a:spcBef>
              <a:spcAft>
                <a:spcPts val="0"/>
              </a:spcAft>
              <a:buClr>
                <a:schemeClr val="accent3"/>
              </a:buClr>
              <a:buSzPts val="12800"/>
              <a:buNone/>
              <a:defRPr sz="12800">
                <a:solidFill>
                  <a:schemeClr val="accent3"/>
                </a:solidFill>
                <a:latin typeface="Barlow Light"/>
                <a:ea typeface="Barlow Light"/>
                <a:cs typeface="Barlow Light"/>
                <a:sym typeface="Barlow Light"/>
              </a:defRPr>
            </a:lvl8pPr>
            <a:lvl9pPr lvl="8" algn="ctr">
              <a:spcBef>
                <a:spcPts val="0"/>
              </a:spcBef>
              <a:spcAft>
                <a:spcPts val="0"/>
              </a:spcAft>
              <a:buClr>
                <a:schemeClr val="accent3"/>
              </a:buClr>
              <a:buSzPts val="12800"/>
              <a:buNone/>
              <a:defRPr sz="12800">
                <a:solidFill>
                  <a:schemeClr val="accent3"/>
                </a:solidFill>
                <a:latin typeface="Barlow Light"/>
                <a:ea typeface="Barlow Light"/>
                <a:cs typeface="Barlow Light"/>
                <a:sym typeface="Barlow Light"/>
              </a:defRPr>
            </a:lvl9pPr>
          </a:lstStyle>
          <a:p>
            <a:endParaRPr/>
          </a:p>
        </p:txBody>
      </p:sp>
      <p:sp>
        <p:nvSpPr>
          <p:cNvPr id="179" name="Google Shape;179;p35"/>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xmlns:p15="http://schemas.microsoft.com/office/powerpoint/2012/main">
        <p15:guide id="1" pos="337">
          <p15:clr>
            <a:srgbClr val="E46962"/>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Slide" type="secHead">
  <p:cSld name="SECTION_HEADER">
    <p:spTree>
      <p:nvGrpSpPr>
        <p:cNvPr id="1" name="Shape 180"/>
        <p:cNvGrpSpPr/>
        <p:nvPr/>
      </p:nvGrpSpPr>
      <p:grpSpPr>
        <a:xfrm>
          <a:off x="0" y="0"/>
          <a:ext cx="0" cy="0"/>
          <a:chOff x="0" y="0"/>
          <a:chExt cx="0" cy="0"/>
        </a:xfrm>
      </p:grpSpPr>
      <p:sp>
        <p:nvSpPr>
          <p:cNvPr id="181" name="Google Shape;181;p36"/>
          <p:cNvSpPr txBox="1">
            <a:spLocks noGrp="1"/>
          </p:cNvSpPr>
          <p:nvPr>
            <p:ph type="title"/>
          </p:nvPr>
        </p:nvSpPr>
        <p:spPr>
          <a:xfrm>
            <a:off x="632850" y="1124700"/>
            <a:ext cx="7878300" cy="1741500"/>
          </a:xfrm>
          <a:prstGeom prst="rect">
            <a:avLst/>
          </a:prstGeom>
        </p:spPr>
        <p:txBody>
          <a:bodyPr spcFirstLastPara="1" wrap="square" lIns="91425" tIns="91425" rIns="91425" bIns="91425" anchor="t" anchorCtr="0">
            <a:noAutofit/>
          </a:bodyPr>
          <a:lstStyle>
            <a:lvl1pPr lvl="0" algn="ctr">
              <a:spcBef>
                <a:spcPts val="0"/>
              </a:spcBef>
              <a:spcAft>
                <a:spcPts val="0"/>
              </a:spcAft>
              <a:buClr>
                <a:schemeClr val="dk1"/>
              </a:buClr>
              <a:buSzPts val="5400"/>
              <a:buFont typeface="Hepta Slab"/>
              <a:buNone/>
              <a:defRPr sz="5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2" name="Google Shape;182;p36"/>
          <p:cNvSpPr txBox="1">
            <a:spLocks noGrp="1"/>
          </p:cNvSpPr>
          <p:nvPr>
            <p:ph type="body" idx="1"/>
          </p:nvPr>
        </p:nvSpPr>
        <p:spPr>
          <a:xfrm>
            <a:off x="4064100" y="4335200"/>
            <a:ext cx="1015800" cy="266100"/>
          </a:xfrm>
          <a:prstGeom prst="rect">
            <a:avLst/>
          </a:prstGeom>
          <a:ln w="9525" cap="flat" cmpd="sng">
            <a:solidFill>
              <a:schemeClr val="dk1"/>
            </a:solidFill>
            <a:prstDash val="solid"/>
            <a:round/>
            <a:headEnd type="none" w="sm" len="sm"/>
            <a:tailEnd type="none" w="sm" len="sm"/>
          </a:ln>
        </p:spPr>
        <p:txBody>
          <a:bodyPr spcFirstLastPara="1" wrap="square" lIns="0" tIns="0" rIns="0" bIns="0" anchor="ctr" anchorCtr="0">
            <a:noAutofit/>
          </a:bodyPr>
          <a:lstStyle>
            <a:lvl1pPr marL="457200" lvl="0" indent="-298450">
              <a:spcBef>
                <a:spcPts val="0"/>
              </a:spcBef>
              <a:spcAft>
                <a:spcPts val="0"/>
              </a:spcAft>
              <a:buSzPts val="1100"/>
              <a:buFont typeface="Barlow Medium"/>
              <a:buChar char="●"/>
              <a:defRPr sz="1100">
                <a:latin typeface="Barlow Medium"/>
                <a:ea typeface="Barlow Medium"/>
                <a:cs typeface="Barlow Medium"/>
                <a:sym typeface="Barlow Medium"/>
              </a:defRPr>
            </a:lvl1pPr>
            <a:lvl2pPr marL="914400" lvl="1" indent="-298450">
              <a:spcBef>
                <a:spcPts val="0"/>
              </a:spcBef>
              <a:spcAft>
                <a:spcPts val="0"/>
              </a:spcAft>
              <a:buSzPts val="1100"/>
              <a:buFont typeface="Barlow Medium"/>
              <a:buChar char="○"/>
              <a:defRPr sz="1100">
                <a:latin typeface="Barlow Medium"/>
                <a:ea typeface="Barlow Medium"/>
                <a:cs typeface="Barlow Medium"/>
                <a:sym typeface="Barlow Medium"/>
              </a:defRPr>
            </a:lvl2pPr>
            <a:lvl3pPr marL="1371600" lvl="2" indent="-298450">
              <a:spcBef>
                <a:spcPts val="0"/>
              </a:spcBef>
              <a:spcAft>
                <a:spcPts val="0"/>
              </a:spcAft>
              <a:buSzPts val="1100"/>
              <a:buFont typeface="Barlow Medium"/>
              <a:buChar char="■"/>
              <a:defRPr sz="1100">
                <a:latin typeface="Barlow Medium"/>
                <a:ea typeface="Barlow Medium"/>
                <a:cs typeface="Barlow Medium"/>
                <a:sym typeface="Barlow Medium"/>
              </a:defRPr>
            </a:lvl3pPr>
            <a:lvl4pPr marL="1828800" lvl="3" indent="-298450">
              <a:spcBef>
                <a:spcPts val="0"/>
              </a:spcBef>
              <a:spcAft>
                <a:spcPts val="0"/>
              </a:spcAft>
              <a:buSzPts val="1100"/>
              <a:buFont typeface="Barlow Medium"/>
              <a:buChar char="●"/>
              <a:defRPr sz="1100">
                <a:latin typeface="Barlow Medium"/>
                <a:ea typeface="Barlow Medium"/>
                <a:cs typeface="Barlow Medium"/>
                <a:sym typeface="Barlow Medium"/>
              </a:defRPr>
            </a:lvl4pPr>
            <a:lvl5pPr marL="2286000" lvl="4" indent="-298450">
              <a:spcBef>
                <a:spcPts val="0"/>
              </a:spcBef>
              <a:spcAft>
                <a:spcPts val="0"/>
              </a:spcAft>
              <a:buSzPts val="1100"/>
              <a:buFont typeface="Barlow Medium"/>
              <a:buChar char="○"/>
              <a:defRPr>
                <a:latin typeface="Barlow Medium"/>
                <a:ea typeface="Barlow Medium"/>
                <a:cs typeface="Barlow Medium"/>
                <a:sym typeface="Barlow Medium"/>
              </a:defRPr>
            </a:lvl5pPr>
            <a:lvl6pPr marL="2743200" lvl="5" indent="-298450">
              <a:spcBef>
                <a:spcPts val="0"/>
              </a:spcBef>
              <a:spcAft>
                <a:spcPts val="0"/>
              </a:spcAft>
              <a:buSzPts val="1100"/>
              <a:buFont typeface="Barlow Medium"/>
              <a:buChar char="■"/>
              <a:defRPr sz="1100">
                <a:latin typeface="Barlow Medium"/>
                <a:ea typeface="Barlow Medium"/>
                <a:cs typeface="Barlow Medium"/>
                <a:sym typeface="Barlow Medium"/>
              </a:defRPr>
            </a:lvl6pPr>
            <a:lvl7pPr marL="3200400" lvl="6" indent="-298450">
              <a:spcBef>
                <a:spcPts val="0"/>
              </a:spcBef>
              <a:spcAft>
                <a:spcPts val="0"/>
              </a:spcAft>
              <a:buSzPts val="1100"/>
              <a:buFont typeface="Barlow Medium"/>
              <a:buChar char="●"/>
              <a:defRPr sz="1100">
                <a:latin typeface="Barlow Medium"/>
                <a:ea typeface="Barlow Medium"/>
                <a:cs typeface="Barlow Medium"/>
                <a:sym typeface="Barlow Medium"/>
              </a:defRPr>
            </a:lvl7pPr>
            <a:lvl8pPr marL="3657600" lvl="7" indent="-298450">
              <a:spcBef>
                <a:spcPts val="0"/>
              </a:spcBef>
              <a:spcAft>
                <a:spcPts val="0"/>
              </a:spcAft>
              <a:buSzPts val="1100"/>
              <a:buFont typeface="Barlow Medium"/>
              <a:buChar char="○"/>
              <a:defRPr sz="1100">
                <a:latin typeface="Barlow Medium"/>
                <a:ea typeface="Barlow Medium"/>
                <a:cs typeface="Barlow Medium"/>
                <a:sym typeface="Barlow Medium"/>
              </a:defRPr>
            </a:lvl8pPr>
            <a:lvl9pPr marL="4114800" lvl="8" indent="-298450">
              <a:spcBef>
                <a:spcPts val="0"/>
              </a:spcBef>
              <a:spcAft>
                <a:spcPts val="0"/>
              </a:spcAft>
              <a:buSzPts val="1100"/>
              <a:buFont typeface="Barlow Medium"/>
              <a:buChar char="■"/>
              <a:defRPr sz="1100">
                <a:latin typeface="Barlow Medium"/>
                <a:ea typeface="Barlow Medium"/>
                <a:cs typeface="Barlow Medium"/>
                <a:sym typeface="Barlow Medium"/>
              </a:defRPr>
            </a:lvl9pPr>
          </a:lstStyle>
          <a:p>
            <a:endParaRPr/>
          </a:p>
        </p:txBody>
      </p:sp>
      <p:sp>
        <p:nvSpPr>
          <p:cNvPr id="183" name="Google Shape;183;p36"/>
          <p:cNvSpPr txBox="1">
            <a:spLocks noGrp="1"/>
          </p:cNvSpPr>
          <p:nvPr>
            <p:ph type="subTitle" idx="2"/>
          </p:nvPr>
        </p:nvSpPr>
        <p:spPr>
          <a:xfrm>
            <a:off x="2857500" y="2902000"/>
            <a:ext cx="3765600" cy="934800"/>
          </a:xfrm>
          <a:prstGeom prst="rect">
            <a:avLst/>
          </a:prstGeom>
        </p:spPr>
        <p:txBody>
          <a:bodyPr spcFirstLastPara="1" wrap="square" lIns="91425" tIns="91425" rIns="91425" bIns="91425" anchor="t" anchorCtr="0">
            <a:noAutofit/>
          </a:bodyPr>
          <a:lstStyle>
            <a:lvl1pPr lvl="0" algn="ctr">
              <a:spcBef>
                <a:spcPts val="0"/>
              </a:spcBef>
              <a:spcAft>
                <a:spcPts val="0"/>
              </a:spcAft>
              <a:buClr>
                <a:schemeClr val="dk2"/>
              </a:buClr>
              <a:buSzPts val="2600"/>
              <a:buNone/>
              <a:defRPr sz="2600">
                <a:solidFill>
                  <a:schemeClr val="dk2"/>
                </a:solidFill>
              </a:defRPr>
            </a:lvl1pPr>
            <a:lvl2pPr lvl="1">
              <a:spcBef>
                <a:spcPts val="0"/>
              </a:spcBef>
              <a:spcAft>
                <a:spcPts val="0"/>
              </a:spcAft>
              <a:buSzPts val="1400"/>
              <a:buNone/>
              <a:defRPr>
                <a:latin typeface="Barlow Light"/>
                <a:ea typeface="Barlow Light"/>
                <a:cs typeface="Barlow Light"/>
                <a:sym typeface="Barlow Light"/>
              </a:defRPr>
            </a:lvl2pPr>
            <a:lvl3pPr lvl="2">
              <a:spcBef>
                <a:spcPts val="0"/>
              </a:spcBef>
              <a:spcAft>
                <a:spcPts val="0"/>
              </a:spcAft>
              <a:buSzPts val="1400"/>
              <a:buNone/>
              <a:defRPr>
                <a:latin typeface="Barlow Light"/>
                <a:ea typeface="Barlow Light"/>
                <a:cs typeface="Barlow Light"/>
                <a:sym typeface="Barlow Light"/>
              </a:defRPr>
            </a:lvl3pPr>
            <a:lvl4pPr lvl="3">
              <a:spcBef>
                <a:spcPts val="0"/>
              </a:spcBef>
              <a:spcAft>
                <a:spcPts val="0"/>
              </a:spcAft>
              <a:buSzPts val="1400"/>
              <a:buNone/>
              <a:defRPr>
                <a:latin typeface="Barlow Light"/>
                <a:ea typeface="Barlow Light"/>
                <a:cs typeface="Barlow Light"/>
                <a:sym typeface="Barlow Light"/>
              </a:defRPr>
            </a:lvl4pPr>
            <a:lvl5pPr lvl="4">
              <a:spcBef>
                <a:spcPts val="0"/>
              </a:spcBef>
              <a:spcAft>
                <a:spcPts val="0"/>
              </a:spcAft>
              <a:buSzPts val="1400"/>
              <a:buNone/>
              <a:defRPr>
                <a:latin typeface="Barlow Light"/>
                <a:ea typeface="Barlow Light"/>
                <a:cs typeface="Barlow Light"/>
                <a:sym typeface="Barlow Light"/>
              </a:defRPr>
            </a:lvl5pPr>
            <a:lvl6pPr lvl="5">
              <a:spcBef>
                <a:spcPts val="0"/>
              </a:spcBef>
              <a:spcAft>
                <a:spcPts val="0"/>
              </a:spcAft>
              <a:buSzPts val="1400"/>
              <a:buNone/>
              <a:defRPr>
                <a:latin typeface="Barlow Light"/>
                <a:ea typeface="Barlow Light"/>
                <a:cs typeface="Barlow Light"/>
                <a:sym typeface="Barlow Light"/>
              </a:defRPr>
            </a:lvl6pPr>
            <a:lvl7pPr lvl="6">
              <a:spcBef>
                <a:spcPts val="0"/>
              </a:spcBef>
              <a:spcAft>
                <a:spcPts val="0"/>
              </a:spcAft>
              <a:buSzPts val="1400"/>
              <a:buNone/>
              <a:defRPr>
                <a:latin typeface="Barlow Light"/>
                <a:ea typeface="Barlow Light"/>
                <a:cs typeface="Barlow Light"/>
                <a:sym typeface="Barlow Light"/>
              </a:defRPr>
            </a:lvl7pPr>
            <a:lvl8pPr lvl="7">
              <a:spcBef>
                <a:spcPts val="0"/>
              </a:spcBef>
              <a:spcAft>
                <a:spcPts val="0"/>
              </a:spcAft>
              <a:buSzPts val="1400"/>
              <a:buNone/>
              <a:defRPr>
                <a:latin typeface="Barlow Light"/>
                <a:ea typeface="Barlow Light"/>
                <a:cs typeface="Barlow Light"/>
                <a:sym typeface="Barlow Light"/>
              </a:defRPr>
            </a:lvl8pPr>
            <a:lvl9pPr lvl="8">
              <a:spcBef>
                <a:spcPts val="0"/>
              </a:spcBef>
              <a:spcAft>
                <a:spcPts val="0"/>
              </a:spcAft>
              <a:buSzPts val="1400"/>
              <a:buNone/>
              <a:defRPr>
                <a:latin typeface="Barlow Light"/>
                <a:ea typeface="Barlow Light"/>
                <a:cs typeface="Barlow Light"/>
                <a:sym typeface="Barlow Light"/>
              </a:defRPr>
            </a:lvl9pPr>
          </a:lstStyle>
          <a:p>
            <a:endParaRPr/>
          </a:p>
        </p:txBody>
      </p:sp>
      <p:sp>
        <p:nvSpPr>
          <p:cNvPr id="184" name="Google Shape;184;p36"/>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atin typeface="Barlow Medium"/>
                <a:ea typeface="Barlow Medium"/>
                <a:cs typeface="Barlow Medium"/>
                <a:sym typeface="Barlow Medium"/>
              </a:defRPr>
            </a:lvl1pPr>
            <a:lvl2pPr lvl="1">
              <a:buNone/>
              <a:defRPr>
                <a:latin typeface="Barlow Medium"/>
                <a:ea typeface="Barlow Medium"/>
                <a:cs typeface="Barlow Medium"/>
                <a:sym typeface="Barlow Medium"/>
              </a:defRPr>
            </a:lvl2pPr>
            <a:lvl3pPr lvl="2">
              <a:buNone/>
              <a:defRPr>
                <a:latin typeface="Barlow Medium"/>
                <a:ea typeface="Barlow Medium"/>
                <a:cs typeface="Barlow Medium"/>
                <a:sym typeface="Barlow Medium"/>
              </a:defRPr>
            </a:lvl3pPr>
            <a:lvl4pPr lvl="3">
              <a:buNone/>
              <a:defRPr>
                <a:latin typeface="Barlow Medium"/>
                <a:ea typeface="Barlow Medium"/>
                <a:cs typeface="Barlow Medium"/>
                <a:sym typeface="Barlow Medium"/>
              </a:defRPr>
            </a:lvl4pPr>
            <a:lvl5pPr lvl="4">
              <a:buNone/>
              <a:defRPr>
                <a:latin typeface="Barlow Medium"/>
                <a:ea typeface="Barlow Medium"/>
                <a:cs typeface="Barlow Medium"/>
                <a:sym typeface="Barlow Medium"/>
              </a:defRPr>
            </a:lvl5pPr>
            <a:lvl6pPr lvl="5">
              <a:buNone/>
              <a:defRPr>
                <a:latin typeface="Barlow Medium"/>
                <a:ea typeface="Barlow Medium"/>
                <a:cs typeface="Barlow Medium"/>
                <a:sym typeface="Barlow Medium"/>
              </a:defRPr>
            </a:lvl6pPr>
            <a:lvl7pPr lvl="6">
              <a:buNone/>
              <a:defRPr>
                <a:latin typeface="Barlow Medium"/>
                <a:ea typeface="Barlow Medium"/>
                <a:cs typeface="Barlow Medium"/>
                <a:sym typeface="Barlow Medium"/>
              </a:defRPr>
            </a:lvl7pPr>
            <a:lvl8pPr lvl="7">
              <a:buNone/>
              <a:defRPr>
                <a:latin typeface="Barlow Medium"/>
                <a:ea typeface="Barlow Medium"/>
                <a:cs typeface="Barlow Medium"/>
                <a:sym typeface="Barlow Medium"/>
              </a:defRPr>
            </a:lvl8pPr>
            <a:lvl9pPr lvl="8">
              <a:buNone/>
              <a:defRPr>
                <a:latin typeface="Barlow Medium"/>
                <a:ea typeface="Barlow Medium"/>
                <a:cs typeface="Barlow Medium"/>
                <a:sym typeface="Barlow Medium"/>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Agenda / Content" type="tx">
  <p:cSld name="TITLE_AND_BODY">
    <p:bg>
      <p:bgPr>
        <a:solidFill>
          <a:schemeClr val="accent4"/>
        </a:solidFill>
        <a:effectLst/>
      </p:bgPr>
    </p:bg>
    <p:spTree>
      <p:nvGrpSpPr>
        <p:cNvPr id="1" name="Shape 185"/>
        <p:cNvGrpSpPr/>
        <p:nvPr/>
      </p:nvGrpSpPr>
      <p:grpSpPr>
        <a:xfrm>
          <a:off x="0" y="0"/>
          <a:ext cx="0" cy="0"/>
          <a:chOff x="0" y="0"/>
          <a:chExt cx="0" cy="0"/>
        </a:xfrm>
      </p:grpSpPr>
      <p:sp>
        <p:nvSpPr>
          <p:cNvPr id="186" name="Google Shape;186;p37"/>
          <p:cNvSpPr txBox="1">
            <a:spLocks noGrp="1"/>
          </p:cNvSpPr>
          <p:nvPr>
            <p:ph type="subTitle" idx="1"/>
          </p:nvPr>
        </p:nvSpPr>
        <p:spPr>
          <a:xfrm>
            <a:off x="475075" y="309225"/>
            <a:ext cx="3655200" cy="357600"/>
          </a:xfrm>
          <a:prstGeom prst="rect">
            <a:avLst/>
          </a:prstGeom>
        </p:spPr>
        <p:txBody>
          <a:bodyPr spcFirstLastPara="1" wrap="square" lIns="91425" tIns="91425" rIns="91425" bIns="91425" anchor="t" anchorCtr="0">
            <a:noAutofit/>
          </a:bodyPr>
          <a:lstStyle>
            <a:lvl1pPr lvl="0">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1pPr>
            <a:lvl2pPr lvl="1">
              <a:spcBef>
                <a:spcPts val="0"/>
              </a:spcBef>
              <a:spcAft>
                <a:spcPts val="0"/>
              </a:spcAft>
              <a:buClr>
                <a:schemeClr val="accent3"/>
              </a:buClr>
              <a:buSzPts val="1400"/>
              <a:buNone/>
              <a:defRPr>
                <a:solidFill>
                  <a:schemeClr val="accent3"/>
                </a:solidFill>
                <a:latin typeface="Barlow Light"/>
                <a:ea typeface="Barlow Light"/>
                <a:cs typeface="Barlow Light"/>
                <a:sym typeface="Barlow Light"/>
              </a:defRPr>
            </a:lvl2pPr>
            <a:lvl3pPr lvl="2">
              <a:spcBef>
                <a:spcPts val="0"/>
              </a:spcBef>
              <a:spcAft>
                <a:spcPts val="0"/>
              </a:spcAft>
              <a:buClr>
                <a:schemeClr val="accent3"/>
              </a:buClr>
              <a:buSzPts val="1400"/>
              <a:buNone/>
              <a:defRPr>
                <a:solidFill>
                  <a:schemeClr val="accent3"/>
                </a:solidFill>
                <a:latin typeface="Barlow Light"/>
                <a:ea typeface="Barlow Light"/>
                <a:cs typeface="Barlow Light"/>
                <a:sym typeface="Barlow Light"/>
              </a:defRPr>
            </a:lvl3pPr>
            <a:lvl4pPr lvl="3">
              <a:spcBef>
                <a:spcPts val="0"/>
              </a:spcBef>
              <a:spcAft>
                <a:spcPts val="0"/>
              </a:spcAft>
              <a:buClr>
                <a:schemeClr val="accent3"/>
              </a:buClr>
              <a:buSzPts val="1400"/>
              <a:buNone/>
              <a:defRPr>
                <a:solidFill>
                  <a:schemeClr val="accent3"/>
                </a:solidFill>
                <a:latin typeface="Barlow Light"/>
                <a:ea typeface="Barlow Light"/>
                <a:cs typeface="Barlow Light"/>
                <a:sym typeface="Barlow Light"/>
              </a:defRPr>
            </a:lvl4pPr>
            <a:lvl5pPr lvl="4">
              <a:spcBef>
                <a:spcPts val="0"/>
              </a:spcBef>
              <a:spcAft>
                <a:spcPts val="0"/>
              </a:spcAft>
              <a:buClr>
                <a:schemeClr val="accent3"/>
              </a:buClr>
              <a:buSzPts val="1400"/>
              <a:buNone/>
              <a:defRPr>
                <a:solidFill>
                  <a:schemeClr val="accent3"/>
                </a:solidFill>
                <a:latin typeface="Barlow Light"/>
                <a:ea typeface="Barlow Light"/>
                <a:cs typeface="Barlow Light"/>
                <a:sym typeface="Barlow Light"/>
              </a:defRPr>
            </a:lvl5pPr>
            <a:lvl6pPr lvl="5">
              <a:spcBef>
                <a:spcPts val="0"/>
              </a:spcBef>
              <a:spcAft>
                <a:spcPts val="0"/>
              </a:spcAft>
              <a:buClr>
                <a:schemeClr val="accent3"/>
              </a:buClr>
              <a:buSzPts val="1400"/>
              <a:buNone/>
              <a:defRPr>
                <a:solidFill>
                  <a:schemeClr val="accent3"/>
                </a:solidFill>
                <a:latin typeface="Barlow Light"/>
                <a:ea typeface="Barlow Light"/>
                <a:cs typeface="Barlow Light"/>
                <a:sym typeface="Barlow Light"/>
              </a:defRPr>
            </a:lvl6pPr>
            <a:lvl7pPr lvl="6">
              <a:spcBef>
                <a:spcPts val="0"/>
              </a:spcBef>
              <a:spcAft>
                <a:spcPts val="0"/>
              </a:spcAft>
              <a:buClr>
                <a:schemeClr val="accent3"/>
              </a:buClr>
              <a:buSzPts val="1400"/>
              <a:buNone/>
              <a:defRPr>
                <a:solidFill>
                  <a:schemeClr val="accent3"/>
                </a:solidFill>
                <a:latin typeface="Barlow Light"/>
                <a:ea typeface="Barlow Light"/>
                <a:cs typeface="Barlow Light"/>
                <a:sym typeface="Barlow Light"/>
              </a:defRPr>
            </a:lvl7pPr>
            <a:lvl8pPr lvl="7">
              <a:spcBef>
                <a:spcPts val="0"/>
              </a:spcBef>
              <a:spcAft>
                <a:spcPts val="0"/>
              </a:spcAft>
              <a:buClr>
                <a:schemeClr val="accent3"/>
              </a:buClr>
              <a:buSzPts val="1400"/>
              <a:buNone/>
              <a:defRPr>
                <a:solidFill>
                  <a:schemeClr val="accent3"/>
                </a:solidFill>
                <a:latin typeface="Barlow Light"/>
                <a:ea typeface="Barlow Light"/>
                <a:cs typeface="Barlow Light"/>
                <a:sym typeface="Barlow Light"/>
              </a:defRPr>
            </a:lvl8pPr>
            <a:lvl9pPr lvl="8">
              <a:spcBef>
                <a:spcPts val="0"/>
              </a:spcBef>
              <a:spcAft>
                <a:spcPts val="0"/>
              </a:spcAft>
              <a:buClr>
                <a:schemeClr val="accent3"/>
              </a:buClr>
              <a:buSzPts val="1400"/>
              <a:buNone/>
              <a:defRPr>
                <a:solidFill>
                  <a:schemeClr val="accent3"/>
                </a:solidFill>
                <a:latin typeface="Barlow Light"/>
                <a:ea typeface="Barlow Light"/>
                <a:cs typeface="Barlow Light"/>
                <a:sym typeface="Barlow Light"/>
              </a:defRPr>
            </a:lvl9pPr>
          </a:lstStyle>
          <a:p>
            <a:endParaRPr/>
          </a:p>
        </p:txBody>
      </p:sp>
      <p:sp>
        <p:nvSpPr>
          <p:cNvPr id="187" name="Google Shape;187;p37"/>
          <p:cNvSpPr txBox="1">
            <a:spLocks noGrp="1"/>
          </p:cNvSpPr>
          <p:nvPr>
            <p:ph type="body" idx="2"/>
          </p:nvPr>
        </p:nvSpPr>
        <p:spPr>
          <a:xfrm>
            <a:off x="711097" y="980554"/>
            <a:ext cx="926100" cy="474000"/>
          </a:xfrm>
          <a:prstGeom prst="rect">
            <a:avLst/>
          </a:prstGeom>
        </p:spPr>
        <p:txBody>
          <a:bodyPr spcFirstLastPara="1" wrap="square" lIns="91425" tIns="91425" rIns="91425" bIns="91425" anchor="t" anchorCtr="0">
            <a:noAutofit/>
          </a:bodyPr>
          <a:lstStyle>
            <a:lvl1pPr marL="457200" lvl="0" indent="-406400" algn="r">
              <a:lnSpc>
                <a:spcPct val="80000"/>
              </a:lnSpc>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1pPr>
            <a:lvl2pPr marL="914400" lvl="1" indent="-317500">
              <a:lnSpc>
                <a:spcPct val="80000"/>
              </a:lnSpc>
              <a:spcBef>
                <a:spcPts val="0"/>
              </a:spcBef>
              <a:spcAft>
                <a:spcPts val="0"/>
              </a:spcAft>
              <a:buClr>
                <a:schemeClr val="accent3"/>
              </a:buClr>
              <a:buSzPts val="1400"/>
              <a:buFont typeface="Barlow ExtraLight"/>
              <a:buChar char="○"/>
              <a:defRPr>
                <a:solidFill>
                  <a:schemeClr val="accent3"/>
                </a:solidFill>
                <a:latin typeface="Barlow ExtraLight"/>
                <a:ea typeface="Barlow ExtraLight"/>
                <a:cs typeface="Barlow ExtraLight"/>
                <a:sym typeface="Barlow ExtraLight"/>
              </a:defRPr>
            </a:lvl2pPr>
            <a:lvl3pPr marL="1371600" lvl="2" indent="-311150">
              <a:lnSpc>
                <a:spcPct val="80000"/>
              </a:lnSpc>
              <a:spcBef>
                <a:spcPts val="0"/>
              </a:spcBef>
              <a:spcAft>
                <a:spcPts val="0"/>
              </a:spcAft>
              <a:buClr>
                <a:schemeClr val="accent3"/>
              </a:buClr>
              <a:buSzPts val="1300"/>
              <a:buFont typeface="Barlow ExtraLight"/>
              <a:buChar char="■"/>
              <a:defRPr>
                <a:solidFill>
                  <a:schemeClr val="accent3"/>
                </a:solidFill>
                <a:latin typeface="Barlow ExtraLight"/>
                <a:ea typeface="Barlow ExtraLight"/>
                <a:cs typeface="Barlow ExtraLight"/>
                <a:sym typeface="Barlow ExtraLight"/>
              </a:defRPr>
            </a:lvl3pPr>
            <a:lvl4pPr marL="1828800" lvl="3" indent="-304800">
              <a:lnSpc>
                <a:spcPct val="80000"/>
              </a:lnSpc>
              <a:spcBef>
                <a:spcPts val="0"/>
              </a:spcBef>
              <a:spcAft>
                <a:spcPts val="0"/>
              </a:spcAft>
              <a:buClr>
                <a:schemeClr val="accent3"/>
              </a:buClr>
              <a:buSzPts val="1200"/>
              <a:buFont typeface="Barlow ExtraLight"/>
              <a:buChar char="●"/>
              <a:defRPr>
                <a:solidFill>
                  <a:schemeClr val="accent3"/>
                </a:solidFill>
                <a:latin typeface="Barlow ExtraLight"/>
                <a:ea typeface="Barlow ExtraLight"/>
                <a:cs typeface="Barlow ExtraLight"/>
                <a:sym typeface="Barlow ExtraLight"/>
              </a:defRPr>
            </a:lvl4pPr>
            <a:lvl5pPr marL="2286000" lvl="4" indent="-298450">
              <a:lnSpc>
                <a:spcPct val="80000"/>
              </a:lnSpc>
              <a:spcBef>
                <a:spcPts val="0"/>
              </a:spcBef>
              <a:spcAft>
                <a:spcPts val="0"/>
              </a:spcAft>
              <a:buClr>
                <a:schemeClr val="accent3"/>
              </a:buClr>
              <a:buSzPts val="1100"/>
              <a:buFont typeface="Barlow ExtraLight"/>
              <a:buChar char="○"/>
              <a:defRPr>
                <a:solidFill>
                  <a:schemeClr val="accent3"/>
                </a:solidFill>
                <a:latin typeface="Barlow ExtraLight"/>
                <a:ea typeface="Barlow ExtraLight"/>
                <a:cs typeface="Barlow ExtraLight"/>
                <a:sym typeface="Barlow ExtraLight"/>
              </a:defRPr>
            </a:lvl5pPr>
            <a:lvl6pPr marL="2743200" lvl="5" indent="-292100">
              <a:lnSpc>
                <a:spcPct val="80000"/>
              </a:lnSpc>
              <a:spcBef>
                <a:spcPts val="0"/>
              </a:spcBef>
              <a:spcAft>
                <a:spcPts val="0"/>
              </a:spcAft>
              <a:buClr>
                <a:schemeClr val="accent3"/>
              </a:buClr>
              <a:buSzPts val="1000"/>
              <a:buFont typeface="Barlow ExtraLight"/>
              <a:buChar char="■"/>
              <a:defRPr>
                <a:solidFill>
                  <a:schemeClr val="accent3"/>
                </a:solidFill>
                <a:latin typeface="Barlow ExtraLight"/>
                <a:ea typeface="Barlow ExtraLight"/>
                <a:cs typeface="Barlow ExtraLight"/>
                <a:sym typeface="Barlow ExtraLight"/>
              </a:defRPr>
            </a:lvl6pPr>
            <a:lvl7pPr marL="3200400" lvl="6" indent="-285750">
              <a:lnSpc>
                <a:spcPct val="80000"/>
              </a:lnSpc>
              <a:spcBef>
                <a:spcPts val="0"/>
              </a:spcBef>
              <a:spcAft>
                <a:spcPts val="0"/>
              </a:spcAft>
              <a:buClr>
                <a:schemeClr val="accent3"/>
              </a:buClr>
              <a:buSzPts val="900"/>
              <a:buFont typeface="Barlow ExtraLight"/>
              <a:buChar char="●"/>
              <a:defRPr>
                <a:solidFill>
                  <a:schemeClr val="accent3"/>
                </a:solidFill>
                <a:latin typeface="Barlow ExtraLight"/>
                <a:ea typeface="Barlow ExtraLight"/>
                <a:cs typeface="Barlow ExtraLight"/>
                <a:sym typeface="Barlow ExtraLight"/>
              </a:defRPr>
            </a:lvl7pPr>
            <a:lvl8pPr marL="3657600" lvl="7" indent="-279400">
              <a:lnSpc>
                <a:spcPct val="80000"/>
              </a:lnSpc>
              <a:spcBef>
                <a:spcPts val="0"/>
              </a:spcBef>
              <a:spcAft>
                <a:spcPts val="0"/>
              </a:spcAft>
              <a:buClr>
                <a:schemeClr val="accent3"/>
              </a:buClr>
              <a:buSzPts val="800"/>
              <a:buFont typeface="Barlow ExtraLight"/>
              <a:buChar char="○"/>
              <a:defRPr>
                <a:solidFill>
                  <a:schemeClr val="accent3"/>
                </a:solidFill>
                <a:latin typeface="Barlow ExtraLight"/>
                <a:ea typeface="Barlow ExtraLight"/>
                <a:cs typeface="Barlow ExtraLight"/>
                <a:sym typeface="Barlow ExtraLight"/>
              </a:defRPr>
            </a:lvl8pPr>
            <a:lvl9pPr marL="4114800" lvl="8" indent="-273050">
              <a:lnSpc>
                <a:spcPct val="80000"/>
              </a:lnSpc>
              <a:spcBef>
                <a:spcPts val="0"/>
              </a:spcBef>
              <a:spcAft>
                <a:spcPts val="0"/>
              </a:spcAft>
              <a:buClr>
                <a:schemeClr val="accent3"/>
              </a:buClr>
              <a:buSzPts val="700"/>
              <a:buFont typeface="Barlow ExtraLight"/>
              <a:buChar char="■"/>
              <a:defRPr>
                <a:solidFill>
                  <a:schemeClr val="accent3"/>
                </a:solidFill>
                <a:latin typeface="Barlow ExtraLight"/>
                <a:ea typeface="Barlow ExtraLight"/>
                <a:cs typeface="Barlow ExtraLight"/>
                <a:sym typeface="Barlow ExtraLight"/>
              </a:defRPr>
            </a:lvl9pPr>
          </a:lstStyle>
          <a:p>
            <a:endParaRPr/>
          </a:p>
        </p:txBody>
      </p:sp>
      <p:sp>
        <p:nvSpPr>
          <p:cNvPr id="188" name="Google Shape;188;p37"/>
          <p:cNvSpPr txBox="1">
            <a:spLocks noGrp="1"/>
          </p:cNvSpPr>
          <p:nvPr>
            <p:ph type="subTitle" idx="3"/>
          </p:nvPr>
        </p:nvSpPr>
        <p:spPr>
          <a:xfrm>
            <a:off x="1699221" y="980279"/>
            <a:ext cx="2362200" cy="4740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1400"/>
              <a:buFont typeface="Hepta Slab Medium"/>
              <a:buNone/>
              <a:defRPr>
                <a:solidFill>
                  <a:schemeClr val="lt1"/>
                </a:solidFill>
                <a:latin typeface="Hepta Slab Medium"/>
                <a:ea typeface="Hepta Slab Medium"/>
                <a:cs typeface="Hepta Slab Medium"/>
                <a:sym typeface="Hepta Slab Medium"/>
              </a:defRPr>
            </a:lvl1pPr>
            <a:lvl2pPr lvl="1">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2pPr>
            <a:lvl3pPr lvl="2">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3pPr>
            <a:lvl4pPr lvl="3">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4pPr>
            <a:lvl5pPr lvl="4">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5pPr>
            <a:lvl6pPr lvl="5">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6pPr>
            <a:lvl7pPr lvl="6">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7pPr>
            <a:lvl8pPr lvl="7">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8pPr>
            <a:lvl9pPr lvl="8">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9pPr>
          </a:lstStyle>
          <a:p>
            <a:endParaRPr/>
          </a:p>
        </p:txBody>
      </p:sp>
      <p:sp>
        <p:nvSpPr>
          <p:cNvPr id="189" name="Google Shape;189;p37"/>
          <p:cNvSpPr txBox="1">
            <a:spLocks noGrp="1"/>
          </p:cNvSpPr>
          <p:nvPr>
            <p:ph type="body" idx="4"/>
          </p:nvPr>
        </p:nvSpPr>
        <p:spPr>
          <a:xfrm>
            <a:off x="2285797" y="1226054"/>
            <a:ext cx="1775700" cy="1108500"/>
          </a:xfrm>
          <a:prstGeom prst="rect">
            <a:avLst/>
          </a:prstGeom>
        </p:spPr>
        <p:txBody>
          <a:bodyPr spcFirstLastPara="1" wrap="square" lIns="91425" tIns="91425" rIns="91425" bIns="91425" anchor="t" anchorCtr="0">
            <a:noAutofit/>
          </a:bodyPr>
          <a:lstStyle>
            <a:lvl1pPr marL="457200" lvl="0"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marL="914400" lvl="1"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marL="1371600" lvl="2"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marL="1828800" lvl="3"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marL="2286000" lvl="4" indent="-298450">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marL="2743200" lvl="5"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marL="3200400" lvl="6"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marL="3657600" lvl="7"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marL="4114800" lvl="8"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a:endParaRPr/>
          </a:p>
        </p:txBody>
      </p:sp>
      <p:sp>
        <p:nvSpPr>
          <p:cNvPr id="190" name="Google Shape;190;p37"/>
          <p:cNvSpPr txBox="1">
            <a:spLocks noGrp="1"/>
          </p:cNvSpPr>
          <p:nvPr>
            <p:ph type="body" idx="5"/>
          </p:nvPr>
        </p:nvSpPr>
        <p:spPr>
          <a:xfrm>
            <a:off x="711097" y="2222666"/>
            <a:ext cx="926100" cy="474000"/>
          </a:xfrm>
          <a:prstGeom prst="rect">
            <a:avLst/>
          </a:prstGeom>
        </p:spPr>
        <p:txBody>
          <a:bodyPr spcFirstLastPara="1" wrap="square" lIns="91425" tIns="91425" rIns="91425" bIns="91425" anchor="t" anchorCtr="0">
            <a:noAutofit/>
          </a:bodyPr>
          <a:lstStyle>
            <a:lvl1pPr marL="457200" lvl="0" indent="-406400" algn="r">
              <a:lnSpc>
                <a:spcPct val="80000"/>
              </a:lnSpc>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1pPr>
            <a:lvl2pPr marL="914400" lvl="1" indent="-317500">
              <a:lnSpc>
                <a:spcPct val="80000"/>
              </a:lnSpc>
              <a:spcBef>
                <a:spcPts val="0"/>
              </a:spcBef>
              <a:spcAft>
                <a:spcPts val="0"/>
              </a:spcAft>
              <a:buClr>
                <a:schemeClr val="accent3"/>
              </a:buClr>
              <a:buSzPts val="1400"/>
              <a:buFont typeface="Barlow ExtraLight"/>
              <a:buChar char="○"/>
              <a:defRPr>
                <a:solidFill>
                  <a:schemeClr val="accent3"/>
                </a:solidFill>
                <a:latin typeface="Barlow ExtraLight"/>
                <a:ea typeface="Barlow ExtraLight"/>
                <a:cs typeface="Barlow ExtraLight"/>
                <a:sym typeface="Barlow ExtraLight"/>
              </a:defRPr>
            </a:lvl2pPr>
            <a:lvl3pPr marL="1371600" lvl="2" indent="-311150">
              <a:lnSpc>
                <a:spcPct val="80000"/>
              </a:lnSpc>
              <a:spcBef>
                <a:spcPts val="0"/>
              </a:spcBef>
              <a:spcAft>
                <a:spcPts val="0"/>
              </a:spcAft>
              <a:buClr>
                <a:schemeClr val="accent3"/>
              </a:buClr>
              <a:buSzPts val="1300"/>
              <a:buFont typeface="Barlow ExtraLight"/>
              <a:buChar char="■"/>
              <a:defRPr>
                <a:solidFill>
                  <a:schemeClr val="accent3"/>
                </a:solidFill>
                <a:latin typeface="Barlow ExtraLight"/>
                <a:ea typeface="Barlow ExtraLight"/>
                <a:cs typeface="Barlow ExtraLight"/>
                <a:sym typeface="Barlow ExtraLight"/>
              </a:defRPr>
            </a:lvl3pPr>
            <a:lvl4pPr marL="1828800" lvl="3" indent="-304800">
              <a:lnSpc>
                <a:spcPct val="80000"/>
              </a:lnSpc>
              <a:spcBef>
                <a:spcPts val="0"/>
              </a:spcBef>
              <a:spcAft>
                <a:spcPts val="0"/>
              </a:spcAft>
              <a:buClr>
                <a:schemeClr val="accent3"/>
              </a:buClr>
              <a:buSzPts val="1200"/>
              <a:buFont typeface="Barlow ExtraLight"/>
              <a:buChar char="●"/>
              <a:defRPr>
                <a:solidFill>
                  <a:schemeClr val="accent3"/>
                </a:solidFill>
                <a:latin typeface="Barlow ExtraLight"/>
                <a:ea typeface="Barlow ExtraLight"/>
                <a:cs typeface="Barlow ExtraLight"/>
                <a:sym typeface="Barlow ExtraLight"/>
              </a:defRPr>
            </a:lvl4pPr>
            <a:lvl5pPr marL="2286000" lvl="4" indent="-298450">
              <a:lnSpc>
                <a:spcPct val="80000"/>
              </a:lnSpc>
              <a:spcBef>
                <a:spcPts val="0"/>
              </a:spcBef>
              <a:spcAft>
                <a:spcPts val="0"/>
              </a:spcAft>
              <a:buClr>
                <a:schemeClr val="accent3"/>
              </a:buClr>
              <a:buSzPts val="1100"/>
              <a:buFont typeface="Barlow ExtraLight"/>
              <a:buChar char="○"/>
              <a:defRPr>
                <a:solidFill>
                  <a:schemeClr val="accent3"/>
                </a:solidFill>
                <a:latin typeface="Barlow ExtraLight"/>
                <a:ea typeface="Barlow ExtraLight"/>
                <a:cs typeface="Barlow ExtraLight"/>
                <a:sym typeface="Barlow ExtraLight"/>
              </a:defRPr>
            </a:lvl5pPr>
            <a:lvl6pPr marL="2743200" lvl="5" indent="-292100">
              <a:lnSpc>
                <a:spcPct val="80000"/>
              </a:lnSpc>
              <a:spcBef>
                <a:spcPts val="0"/>
              </a:spcBef>
              <a:spcAft>
                <a:spcPts val="0"/>
              </a:spcAft>
              <a:buClr>
                <a:schemeClr val="accent3"/>
              </a:buClr>
              <a:buSzPts val="1000"/>
              <a:buFont typeface="Barlow ExtraLight"/>
              <a:buChar char="■"/>
              <a:defRPr>
                <a:solidFill>
                  <a:schemeClr val="accent3"/>
                </a:solidFill>
                <a:latin typeface="Barlow ExtraLight"/>
                <a:ea typeface="Barlow ExtraLight"/>
                <a:cs typeface="Barlow ExtraLight"/>
                <a:sym typeface="Barlow ExtraLight"/>
              </a:defRPr>
            </a:lvl6pPr>
            <a:lvl7pPr marL="3200400" lvl="6" indent="-285750">
              <a:lnSpc>
                <a:spcPct val="80000"/>
              </a:lnSpc>
              <a:spcBef>
                <a:spcPts val="0"/>
              </a:spcBef>
              <a:spcAft>
                <a:spcPts val="0"/>
              </a:spcAft>
              <a:buClr>
                <a:schemeClr val="accent3"/>
              </a:buClr>
              <a:buSzPts val="900"/>
              <a:buFont typeface="Barlow ExtraLight"/>
              <a:buChar char="●"/>
              <a:defRPr>
                <a:solidFill>
                  <a:schemeClr val="accent3"/>
                </a:solidFill>
                <a:latin typeface="Barlow ExtraLight"/>
                <a:ea typeface="Barlow ExtraLight"/>
                <a:cs typeface="Barlow ExtraLight"/>
                <a:sym typeface="Barlow ExtraLight"/>
              </a:defRPr>
            </a:lvl7pPr>
            <a:lvl8pPr marL="3657600" lvl="7" indent="-279400">
              <a:lnSpc>
                <a:spcPct val="80000"/>
              </a:lnSpc>
              <a:spcBef>
                <a:spcPts val="0"/>
              </a:spcBef>
              <a:spcAft>
                <a:spcPts val="0"/>
              </a:spcAft>
              <a:buClr>
                <a:schemeClr val="accent3"/>
              </a:buClr>
              <a:buSzPts val="800"/>
              <a:buFont typeface="Barlow ExtraLight"/>
              <a:buChar char="○"/>
              <a:defRPr>
                <a:solidFill>
                  <a:schemeClr val="accent3"/>
                </a:solidFill>
                <a:latin typeface="Barlow ExtraLight"/>
                <a:ea typeface="Barlow ExtraLight"/>
                <a:cs typeface="Barlow ExtraLight"/>
                <a:sym typeface="Barlow ExtraLight"/>
              </a:defRPr>
            </a:lvl8pPr>
            <a:lvl9pPr marL="4114800" lvl="8" indent="-273050">
              <a:lnSpc>
                <a:spcPct val="80000"/>
              </a:lnSpc>
              <a:spcBef>
                <a:spcPts val="0"/>
              </a:spcBef>
              <a:spcAft>
                <a:spcPts val="0"/>
              </a:spcAft>
              <a:buClr>
                <a:schemeClr val="accent3"/>
              </a:buClr>
              <a:buSzPts val="700"/>
              <a:buFont typeface="Barlow ExtraLight"/>
              <a:buChar char="■"/>
              <a:defRPr>
                <a:solidFill>
                  <a:schemeClr val="accent3"/>
                </a:solidFill>
                <a:latin typeface="Barlow ExtraLight"/>
                <a:ea typeface="Barlow ExtraLight"/>
                <a:cs typeface="Barlow ExtraLight"/>
                <a:sym typeface="Barlow ExtraLight"/>
              </a:defRPr>
            </a:lvl9pPr>
          </a:lstStyle>
          <a:p>
            <a:endParaRPr/>
          </a:p>
        </p:txBody>
      </p:sp>
      <p:sp>
        <p:nvSpPr>
          <p:cNvPr id="191" name="Google Shape;191;p37"/>
          <p:cNvSpPr txBox="1">
            <a:spLocks noGrp="1"/>
          </p:cNvSpPr>
          <p:nvPr>
            <p:ph type="subTitle" idx="6"/>
          </p:nvPr>
        </p:nvSpPr>
        <p:spPr>
          <a:xfrm>
            <a:off x="1699221" y="2222391"/>
            <a:ext cx="2362200" cy="4740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1400"/>
              <a:buFont typeface="Hepta Slab Medium"/>
              <a:buNone/>
              <a:defRPr>
                <a:solidFill>
                  <a:schemeClr val="lt1"/>
                </a:solidFill>
                <a:latin typeface="Hepta Slab Medium"/>
                <a:ea typeface="Hepta Slab Medium"/>
                <a:cs typeface="Hepta Slab Medium"/>
                <a:sym typeface="Hepta Slab Medium"/>
              </a:defRPr>
            </a:lvl1pPr>
            <a:lvl2pPr lvl="1">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2pPr>
            <a:lvl3pPr lvl="2">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3pPr>
            <a:lvl4pPr lvl="3">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4pPr>
            <a:lvl5pPr lvl="4">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5pPr>
            <a:lvl6pPr lvl="5">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6pPr>
            <a:lvl7pPr lvl="6">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7pPr>
            <a:lvl8pPr lvl="7">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8pPr>
            <a:lvl9pPr lvl="8">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9pPr>
          </a:lstStyle>
          <a:p>
            <a:endParaRPr/>
          </a:p>
        </p:txBody>
      </p:sp>
      <p:sp>
        <p:nvSpPr>
          <p:cNvPr id="192" name="Google Shape;192;p37"/>
          <p:cNvSpPr txBox="1">
            <a:spLocks noGrp="1"/>
          </p:cNvSpPr>
          <p:nvPr>
            <p:ph type="body" idx="7"/>
          </p:nvPr>
        </p:nvSpPr>
        <p:spPr>
          <a:xfrm>
            <a:off x="2285797" y="2468166"/>
            <a:ext cx="1775700" cy="843000"/>
          </a:xfrm>
          <a:prstGeom prst="rect">
            <a:avLst/>
          </a:prstGeom>
        </p:spPr>
        <p:txBody>
          <a:bodyPr spcFirstLastPara="1" wrap="square" lIns="91425" tIns="91425" rIns="91425" bIns="91425" anchor="t" anchorCtr="0">
            <a:noAutofit/>
          </a:bodyPr>
          <a:lstStyle>
            <a:lvl1pPr marL="457200" lvl="0"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marL="914400" lvl="1"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marL="1371600" lvl="2"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marL="1828800" lvl="3"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marL="2286000" lvl="4" indent="-298450">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marL="2743200" lvl="5"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marL="3200400" lvl="6"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marL="3657600" lvl="7"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marL="4114800" lvl="8"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a:endParaRPr/>
          </a:p>
        </p:txBody>
      </p:sp>
      <p:sp>
        <p:nvSpPr>
          <p:cNvPr id="193" name="Google Shape;193;p37"/>
          <p:cNvSpPr txBox="1">
            <a:spLocks noGrp="1"/>
          </p:cNvSpPr>
          <p:nvPr>
            <p:ph type="body" idx="8"/>
          </p:nvPr>
        </p:nvSpPr>
        <p:spPr>
          <a:xfrm>
            <a:off x="711097" y="3219093"/>
            <a:ext cx="926100" cy="474000"/>
          </a:xfrm>
          <a:prstGeom prst="rect">
            <a:avLst/>
          </a:prstGeom>
        </p:spPr>
        <p:txBody>
          <a:bodyPr spcFirstLastPara="1" wrap="square" lIns="91425" tIns="91425" rIns="91425" bIns="91425" anchor="t" anchorCtr="0">
            <a:noAutofit/>
          </a:bodyPr>
          <a:lstStyle>
            <a:lvl1pPr marL="457200" lvl="0" indent="-406400" algn="r">
              <a:lnSpc>
                <a:spcPct val="80000"/>
              </a:lnSpc>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1pPr>
            <a:lvl2pPr marL="914400" lvl="1" indent="-317500">
              <a:lnSpc>
                <a:spcPct val="80000"/>
              </a:lnSpc>
              <a:spcBef>
                <a:spcPts val="0"/>
              </a:spcBef>
              <a:spcAft>
                <a:spcPts val="0"/>
              </a:spcAft>
              <a:buClr>
                <a:schemeClr val="accent3"/>
              </a:buClr>
              <a:buSzPts val="1400"/>
              <a:buFont typeface="Barlow ExtraLight"/>
              <a:buChar char="○"/>
              <a:defRPr>
                <a:solidFill>
                  <a:schemeClr val="accent3"/>
                </a:solidFill>
                <a:latin typeface="Barlow ExtraLight"/>
                <a:ea typeface="Barlow ExtraLight"/>
                <a:cs typeface="Barlow ExtraLight"/>
                <a:sym typeface="Barlow ExtraLight"/>
              </a:defRPr>
            </a:lvl2pPr>
            <a:lvl3pPr marL="1371600" lvl="2" indent="-311150">
              <a:lnSpc>
                <a:spcPct val="80000"/>
              </a:lnSpc>
              <a:spcBef>
                <a:spcPts val="0"/>
              </a:spcBef>
              <a:spcAft>
                <a:spcPts val="0"/>
              </a:spcAft>
              <a:buClr>
                <a:schemeClr val="accent3"/>
              </a:buClr>
              <a:buSzPts val="1300"/>
              <a:buFont typeface="Barlow ExtraLight"/>
              <a:buChar char="■"/>
              <a:defRPr>
                <a:solidFill>
                  <a:schemeClr val="accent3"/>
                </a:solidFill>
                <a:latin typeface="Barlow ExtraLight"/>
                <a:ea typeface="Barlow ExtraLight"/>
                <a:cs typeface="Barlow ExtraLight"/>
                <a:sym typeface="Barlow ExtraLight"/>
              </a:defRPr>
            </a:lvl3pPr>
            <a:lvl4pPr marL="1828800" lvl="3" indent="-304800">
              <a:lnSpc>
                <a:spcPct val="80000"/>
              </a:lnSpc>
              <a:spcBef>
                <a:spcPts val="0"/>
              </a:spcBef>
              <a:spcAft>
                <a:spcPts val="0"/>
              </a:spcAft>
              <a:buClr>
                <a:schemeClr val="accent3"/>
              </a:buClr>
              <a:buSzPts val="1200"/>
              <a:buFont typeface="Barlow ExtraLight"/>
              <a:buChar char="●"/>
              <a:defRPr>
                <a:solidFill>
                  <a:schemeClr val="accent3"/>
                </a:solidFill>
                <a:latin typeface="Barlow ExtraLight"/>
                <a:ea typeface="Barlow ExtraLight"/>
                <a:cs typeface="Barlow ExtraLight"/>
                <a:sym typeface="Barlow ExtraLight"/>
              </a:defRPr>
            </a:lvl4pPr>
            <a:lvl5pPr marL="2286000" lvl="4" indent="-298450">
              <a:lnSpc>
                <a:spcPct val="80000"/>
              </a:lnSpc>
              <a:spcBef>
                <a:spcPts val="0"/>
              </a:spcBef>
              <a:spcAft>
                <a:spcPts val="0"/>
              </a:spcAft>
              <a:buClr>
                <a:schemeClr val="accent3"/>
              </a:buClr>
              <a:buSzPts val="1100"/>
              <a:buFont typeface="Barlow ExtraLight"/>
              <a:buChar char="○"/>
              <a:defRPr>
                <a:solidFill>
                  <a:schemeClr val="accent3"/>
                </a:solidFill>
                <a:latin typeface="Barlow ExtraLight"/>
                <a:ea typeface="Barlow ExtraLight"/>
                <a:cs typeface="Barlow ExtraLight"/>
                <a:sym typeface="Barlow ExtraLight"/>
              </a:defRPr>
            </a:lvl5pPr>
            <a:lvl6pPr marL="2743200" lvl="5" indent="-292100">
              <a:lnSpc>
                <a:spcPct val="80000"/>
              </a:lnSpc>
              <a:spcBef>
                <a:spcPts val="0"/>
              </a:spcBef>
              <a:spcAft>
                <a:spcPts val="0"/>
              </a:spcAft>
              <a:buClr>
                <a:schemeClr val="accent3"/>
              </a:buClr>
              <a:buSzPts val="1000"/>
              <a:buFont typeface="Barlow ExtraLight"/>
              <a:buChar char="■"/>
              <a:defRPr>
                <a:solidFill>
                  <a:schemeClr val="accent3"/>
                </a:solidFill>
                <a:latin typeface="Barlow ExtraLight"/>
                <a:ea typeface="Barlow ExtraLight"/>
                <a:cs typeface="Barlow ExtraLight"/>
                <a:sym typeface="Barlow ExtraLight"/>
              </a:defRPr>
            </a:lvl6pPr>
            <a:lvl7pPr marL="3200400" lvl="6" indent="-285750">
              <a:lnSpc>
                <a:spcPct val="80000"/>
              </a:lnSpc>
              <a:spcBef>
                <a:spcPts val="0"/>
              </a:spcBef>
              <a:spcAft>
                <a:spcPts val="0"/>
              </a:spcAft>
              <a:buClr>
                <a:schemeClr val="accent3"/>
              </a:buClr>
              <a:buSzPts val="900"/>
              <a:buFont typeface="Barlow ExtraLight"/>
              <a:buChar char="●"/>
              <a:defRPr>
                <a:solidFill>
                  <a:schemeClr val="accent3"/>
                </a:solidFill>
                <a:latin typeface="Barlow ExtraLight"/>
                <a:ea typeface="Barlow ExtraLight"/>
                <a:cs typeface="Barlow ExtraLight"/>
                <a:sym typeface="Barlow ExtraLight"/>
              </a:defRPr>
            </a:lvl7pPr>
            <a:lvl8pPr marL="3657600" lvl="7" indent="-279400">
              <a:lnSpc>
                <a:spcPct val="80000"/>
              </a:lnSpc>
              <a:spcBef>
                <a:spcPts val="0"/>
              </a:spcBef>
              <a:spcAft>
                <a:spcPts val="0"/>
              </a:spcAft>
              <a:buClr>
                <a:schemeClr val="accent3"/>
              </a:buClr>
              <a:buSzPts val="800"/>
              <a:buFont typeface="Barlow ExtraLight"/>
              <a:buChar char="○"/>
              <a:defRPr>
                <a:solidFill>
                  <a:schemeClr val="accent3"/>
                </a:solidFill>
                <a:latin typeface="Barlow ExtraLight"/>
                <a:ea typeface="Barlow ExtraLight"/>
                <a:cs typeface="Barlow ExtraLight"/>
                <a:sym typeface="Barlow ExtraLight"/>
              </a:defRPr>
            </a:lvl8pPr>
            <a:lvl9pPr marL="4114800" lvl="8" indent="-273050">
              <a:lnSpc>
                <a:spcPct val="80000"/>
              </a:lnSpc>
              <a:spcBef>
                <a:spcPts val="0"/>
              </a:spcBef>
              <a:spcAft>
                <a:spcPts val="0"/>
              </a:spcAft>
              <a:buClr>
                <a:schemeClr val="accent3"/>
              </a:buClr>
              <a:buSzPts val="700"/>
              <a:buFont typeface="Barlow ExtraLight"/>
              <a:buChar char="■"/>
              <a:defRPr>
                <a:solidFill>
                  <a:schemeClr val="accent3"/>
                </a:solidFill>
                <a:latin typeface="Barlow ExtraLight"/>
                <a:ea typeface="Barlow ExtraLight"/>
                <a:cs typeface="Barlow ExtraLight"/>
                <a:sym typeface="Barlow ExtraLight"/>
              </a:defRPr>
            </a:lvl9pPr>
          </a:lstStyle>
          <a:p>
            <a:endParaRPr/>
          </a:p>
        </p:txBody>
      </p:sp>
      <p:sp>
        <p:nvSpPr>
          <p:cNvPr id="194" name="Google Shape;194;p37"/>
          <p:cNvSpPr txBox="1">
            <a:spLocks noGrp="1"/>
          </p:cNvSpPr>
          <p:nvPr>
            <p:ph type="subTitle" idx="9"/>
          </p:nvPr>
        </p:nvSpPr>
        <p:spPr>
          <a:xfrm>
            <a:off x="1699221" y="3218818"/>
            <a:ext cx="2362200" cy="4740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1400"/>
              <a:buFont typeface="Hepta Slab Medium"/>
              <a:buNone/>
              <a:defRPr>
                <a:solidFill>
                  <a:schemeClr val="lt1"/>
                </a:solidFill>
                <a:latin typeface="Hepta Slab Medium"/>
                <a:ea typeface="Hepta Slab Medium"/>
                <a:cs typeface="Hepta Slab Medium"/>
                <a:sym typeface="Hepta Slab Medium"/>
              </a:defRPr>
            </a:lvl1pPr>
            <a:lvl2pPr lvl="1">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2pPr>
            <a:lvl3pPr lvl="2">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3pPr>
            <a:lvl4pPr lvl="3">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4pPr>
            <a:lvl5pPr lvl="4">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5pPr>
            <a:lvl6pPr lvl="5">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6pPr>
            <a:lvl7pPr lvl="6">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7pPr>
            <a:lvl8pPr lvl="7">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8pPr>
            <a:lvl9pPr lvl="8">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9pPr>
          </a:lstStyle>
          <a:p>
            <a:endParaRPr/>
          </a:p>
        </p:txBody>
      </p:sp>
      <p:sp>
        <p:nvSpPr>
          <p:cNvPr id="195" name="Google Shape;195;p37"/>
          <p:cNvSpPr txBox="1">
            <a:spLocks noGrp="1"/>
          </p:cNvSpPr>
          <p:nvPr>
            <p:ph type="body" idx="13"/>
          </p:nvPr>
        </p:nvSpPr>
        <p:spPr>
          <a:xfrm>
            <a:off x="2285797" y="3464593"/>
            <a:ext cx="1775700" cy="843000"/>
          </a:xfrm>
          <a:prstGeom prst="rect">
            <a:avLst/>
          </a:prstGeom>
        </p:spPr>
        <p:txBody>
          <a:bodyPr spcFirstLastPara="1" wrap="square" lIns="91425" tIns="91425" rIns="91425" bIns="91425" anchor="t" anchorCtr="0">
            <a:noAutofit/>
          </a:bodyPr>
          <a:lstStyle>
            <a:lvl1pPr marL="457200" lvl="0"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marL="914400" lvl="1"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marL="1371600" lvl="2"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marL="1828800" lvl="3"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marL="2286000" lvl="4" indent="-298450">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marL="2743200" lvl="5"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marL="3200400" lvl="6"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marL="3657600" lvl="7"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marL="4114800" lvl="8"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a:endParaRPr/>
          </a:p>
        </p:txBody>
      </p:sp>
      <p:sp>
        <p:nvSpPr>
          <p:cNvPr id="196" name="Google Shape;196;p37"/>
          <p:cNvSpPr txBox="1">
            <a:spLocks noGrp="1"/>
          </p:cNvSpPr>
          <p:nvPr>
            <p:ph type="body" idx="14"/>
          </p:nvPr>
        </p:nvSpPr>
        <p:spPr>
          <a:xfrm>
            <a:off x="4746581" y="980554"/>
            <a:ext cx="926100" cy="474000"/>
          </a:xfrm>
          <a:prstGeom prst="rect">
            <a:avLst/>
          </a:prstGeom>
        </p:spPr>
        <p:txBody>
          <a:bodyPr spcFirstLastPara="1" wrap="square" lIns="91425" tIns="91425" rIns="91425" bIns="91425" anchor="t" anchorCtr="0">
            <a:noAutofit/>
          </a:bodyPr>
          <a:lstStyle>
            <a:lvl1pPr marL="457200" lvl="0" indent="-406400" algn="r">
              <a:lnSpc>
                <a:spcPct val="80000"/>
              </a:lnSpc>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1pPr>
            <a:lvl2pPr marL="914400" lvl="1" indent="-317500">
              <a:lnSpc>
                <a:spcPct val="80000"/>
              </a:lnSpc>
              <a:spcBef>
                <a:spcPts val="0"/>
              </a:spcBef>
              <a:spcAft>
                <a:spcPts val="0"/>
              </a:spcAft>
              <a:buClr>
                <a:schemeClr val="accent3"/>
              </a:buClr>
              <a:buSzPts val="1400"/>
              <a:buFont typeface="Barlow ExtraLight"/>
              <a:buChar char="○"/>
              <a:defRPr>
                <a:solidFill>
                  <a:schemeClr val="accent3"/>
                </a:solidFill>
                <a:latin typeface="Barlow ExtraLight"/>
                <a:ea typeface="Barlow ExtraLight"/>
                <a:cs typeface="Barlow ExtraLight"/>
                <a:sym typeface="Barlow ExtraLight"/>
              </a:defRPr>
            </a:lvl2pPr>
            <a:lvl3pPr marL="1371600" lvl="2" indent="-311150">
              <a:lnSpc>
                <a:spcPct val="80000"/>
              </a:lnSpc>
              <a:spcBef>
                <a:spcPts val="0"/>
              </a:spcBef>
              <a:spcAft>
                <a:spcPts val="0"/>
              </a:spcAft>
              <a:buClr>
                <a:schemeClr val="accent3"/>
              </a:buClr>
              <a:buSzPts val="1300"/>
              <a:buFont typeface="Barlow ExtraLight"/>
              <a:buChar char="■"/>
              <a:defRPr>
                <a:solidFill>
                  <a:schemeClr val="accent3"/>
                </a:solidFill>
                <a:latin typeface="Barlow ExtraLight"/>
                <a:ea typeface="Barlow ExtraLight"/>
                <a:cs typeface="Barlow ExtraLight"/>
                <a:sym typeface="Barlow ExtraLight"/>
              </a:defRPr>
            </a:lvl3pPr>
            <a:lvl4pPr marL="1828800" lvl="3" indent="-304800">
              <a:lnSpc>
                <a:spcPct val="80000"/>
              </a:lnSpc>
              <a:spcBef>
                <a:spcPts val="0"/>
              </a:spcBef>
              <a:spcAft>
                <a:spcPts val="0"/>
              </a:spcAft>
              <a:buClr>
                <a:schemeClr val="accent3"/>
              </a:buClr>
              <a:buSzPts val="1200"/>
              <a:buFont typeface="Barlow ExtraLight"/>
              <a:buChar char="●"/>
              <a:defRPr>
                <a:solidFill>
                  <a:schemeClr val="accent3"/>
                </a:solidFill>
                <a:latin typeface="Barlow ExtraLight"/>
                <a:ea typeface="Barlow ExtraLight"/>
                <a:cs typeface="Barlow ExtraLight"/>
                <a:sym typeface="Barlow ExtraLight"/>
              </a:defRPr>
            </a:lvl4pPr>
            <a:lvl5pPr marL="2286000" lvl="4" indent="-298450">
              <a:lnSpc>
                <a:spcPct val="80000"/>
              </a:lnSpc>
              <a:spcBef>
                <a:spcPts val="0"/>
              </a:spcBef>
              <a:spcAft>
                <a:spcPts val="0"/>
              </a:spcAft>
              <a:buClr>
                <a:schemeClr val="accent3"/>
              </a:buClr>
              <a:buSzPts val="1100"/>
              <a:buFont typeface="Barlow ExtraLight"/>
              <a:buChar char="○"/>
              <a:defRPr>
                <a:solidFill>
                  <a:schemeClr val="accent3"/>
                </a:solidFill>
                <a:latin typeface="Barlow ExtraLight"/>
                <a:ea typeface="Barlow ExtraLight"/>
                <a:cs typeface="Barlow ExtraLight"/>
                <a:sym typeface="Barlow ExtraLight"/>
              </a:defRPr>
            </a:lvl5pPr>
            <a:lvl6pPr marL="2743200" lvl="5" indent="-292100">
              <a:lnSpc>
                <a:spcPct val="80000"/>
              </a:lnSpc>
              <a:spcBef>
                <a:spcPts val="0"/>
              </a:spcBef>
              <a:spcAft>
                <a:spcPts val="0"/>
              </a:spcAft>
              <a:buClr>
                <a:schemeClr val="accent3"/>
              </a:buClr>
              <a:buSzPts val="1000"/>
              <a:buFont typeface="Barlow ExtraLight"/>
              <a:buChar char="■"/>
              <a:defRPr>
                <a:solidFill>
                  <a:schemeClr val="accent3"/>
                </a:solidFill>
                <a:latin typeface="Barlow ExtraLight"/>
                <a:ea typeface="Barlow ExtraLight"/>
                <a:cs typeface="Barlow ExtraLight"/>
                <a:sym typeface="Barlow ExtraLight"/>
              </a:defRPr>
            </a:lvl6pPr>
            <a:lvl7pPr marL="3200400" lvl="6" indent="-285750">
              <a:lnSpc>
                <a:spcPct val="80000"/>
              </a:lnSpc>
              <a:spcBef>
                <a:spcPts val="0"/>
              </a:spcBef>
              <a:spcAft>
                <a:spcPts val="0"/>
              </a:spcAft>
              <a:buClr>
                <a:schemeClr val="accent3"/>
              </a:buClr>
              <a:buSzPts val="900"/>
              <a:buFont typeface="Barlow ExtraLight"/>
              <a:buChar char="●"/>
              <a:defRPr>
                <a:solidFill>
                  <a:schemeClr val="accent3"/>
                </a:solidFill>
                <a:latin typeface="Barlow ExtraLight"/>
                <a:ea typeface="Barlow ExtraLight"/>
                <a:cs typeface="Barlow ExtraLight"/>
                <a:sym typeface="Barlow ExtraLight"/>
              </a:defRPr>
            </a:lvl7pPr>
            <a:lvl8pPr marL="3657600" lvl="7" indent="-279400">
              <a:lnSpc>
                <a:spcPct val="80000"/>
              </a:lnSpc>
              <a:spcBef>
                <a:spcPts val="0"/>
              </a:spcBef>
              <a:spcAft>
                <a:spcPts val="0"/>
              </a:spcAft>
              <a:buClr>
                <a:schemeClr val="accent3"/>
              </a:buClr>
              <a:buSzPts val="800"/>
              <a:buFont typeface="Barlow ExtraLight"/>
              <a:buChar char="○"/>
              <a:defRPr>
                <a:solidFill>
                  <a:schemeClr val="accent3"/>
                </a:solidFill>
                <a:latin typeface="Barlow ExtraLight"/>
                <a:ea typeface="Barlow ExtraLight"/>
                <a:cs typeface="Barlow ExtraLight"/>
                <a:sym typeface="Barlow ExtraLight"/>
              </a:defRPr>
            </a:lvl8pPr>
            <a:lvl9pPr marL="4114800" lvl="8" indent="-273050">
              <a:lnSpc>
                <a:spcPct val="80000"/>
              </a:lnSpc>
              <a:spcBef>
                <a:spcPts val="0"/>
              </a:spcBef>
              <a:spcAft>
                <a:spcPts val="0"/>
              </a:spcAft>
              <a:buClr>
                <a:schemeClr val="accent3"/>
              </a:buClr>
              <a:buSzPts val="700"/>
              <a:buFont typeface="Barlow ExtraLight"/>
              <a:buChar char="■"/>
              <a:defRPr>
                <a:solidFill>
                  <a:schemeClr val="accent3"/>
                </a:solidFill>
                <a:latin typeface="Barlow ExtraLight"/>
                <a:ea typeface="Barlow ExtraLight"/>
                <a:cs typeface="Barlow ExtraLight"/>
                <a:sym typeface="Barlow ExtraLight"/>
              </a:defRPr>
            </a:lvl9pPr>
          </a:lstStyle>
          <a:p>
            <a:endParaRPr/>
          </a:p>
        </p:txBody>
      </p:sp>
      <p:sp>
        <p:nvSpPr>
          <p:cNvPr id="197" name="Google Shape;197;p37"/>
          <p:cNvSpPr txBox="1">
            <a:spLocks noGrp="1"/>
          </p:cNvSpPr>
          <p:nvPr>
            <p:ph type="subTitle" idx="15"/>
          </p:nvPr>
        </p:nvSpPr>
        <p:spPr>
          <a:xfrm>
            <a:off x="5734705" y="980279"/>
            <a:ext cx="2362200" cy="4740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1400"/>
              <a:buFont typeface="Hepta Slab Medium"/>
              <a:buNone/>
              <a:defRPr>
                <a:solidFill>
                  <a:schemeClr val="lt1"/>
                </a:solidFill>
                <a:latin typeface="Hepta Slab Medium"/>
                <a:ea typeface="Hepta Slab Medium"/>
                <a:cs typeface="Hepta Slab Medium"/>
                <a:sym typeface="Hepta Slab Medium"/>
              </a:defRPr>
            </a:lvl1pPr>
            <a:lvl2pPr lvl="1">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2pPr>
            <a:lvl3pPr lvl="2">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3pPr>
            <a:lvl4pPr lvl="3">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4pPr>
            <a:lvl5pPr lvl="4">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5pPr>
            <a:lvl6pPr lvl="5">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6pPr>
            <a:lvl7pPr lvl="6">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7pPr>
            <a:lvl8pPr lvl="7">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8pPr>
            <a:lvl9pPr lvl="8">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9pPr>
          </a:lstStyle>
          <a:p>
            <a:endParaRPr/>
          </a:p>
        </p:txBody>
      </p:sp>
      <p:sp>
        <p:nvSpPr>
          <p:cNvPr id="198" name="Google Shape;198;p37"/>
          <p:cNvSpPr txBox="1">
            <a:spLocks noGrp="1"/>
          </p:cNvSpPr>
          <p:nvPr>
            <p:ph type="body" idx="16"/>
          </p:nvPr>
        </p:nvSpPr>
        <p:spPr>
          <a:xfrm>
            <a:off x="6321281" y="1226054"/>
            <a:ext cx="1775700" cy="1108500"/>
          </a:xfrm>
          <a:prstGeom prst="rect">
            <a:avLst/>
          </a:prstGeom>
        </p:spPr>
        <p:txBody>
          <a:bodyPr spcFirstLastPara="1" wrap="square" lIns="91425" tIns="91425" rIns="91425" bIns="91425" anchor="t" anchorCtr="0">
            <a:noAutofit/>
          </a:bodyPr>
          <a:lstStyle>
            <a:lvl1pPr marL="457200" lvl="0"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marL="914400" lvl="1"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marL="1371600" lvl="2"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marL="1828800" lvl="3"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marL="2286000" lvl="4" indent="-298450">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marL="2743200" lvl="5"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marL="3200400" lvl="6"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marL="3657600" lvl="7"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marL="4114800" lvl="8"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a:endParaRPr/>
          </a:p>
        </p:txBody>
      </p:sp>
      <p:sp>
        <p:nvSpPr>
          <p:cNvPr id="199" name="Google Shape;199;p37"/>
          <p:cNvSpPr txBox="1">
            <a:spLocks noGrp="1"/>
          </p:cNvSpPr>
          <p:nvPr>
            <p:ph type="body" idx="17"/>
          </p:nvPr>
        </p:nvSpPr>
        <p:spPr>
          <a:xfrm>
            <a:off x="4746581" y="2222666"/>
            <a:ext cx="926100" cy="474000"/>
          </a:xfrm>
          <a:prstGeom prst="rect">
            <a:avLst/>
          </a:prstGeom>
        </p:spPr>
        <p:txBody>
          <a:bodyPr spcFirstLastPara="1" wrap="square" lIns="91425" tIns="91425" rIns="91425" bIns="91425" anchor="t" anchorCtr="0">
            <a:noAutofit/>
          </a:bodyPr>
          <a:lstStyle>
            <a:lvl1pPr marL="457200" lvl="0" indent="-406400" algn="r">
              <a:lnSpc>
                <a:spcPct val="80000"/>
              </a:lnSpc>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1pPr>
            <a:lvl2pPr marL="914400" lvl="1" indent="-317500">
              <a:lnSpc>
                <a:spcPct val="80000"/>
              </a:lnSpc>
              <a:spcBef>
                <a:spcPts val="0"/>
              </a:spcBef>
              <a:spcAft>
                <a:spcPts val="0"/>
              </a:spcAft>
              <a:buClr>
                <a:schemeClr val="accent3"/>
              </a:buClr>
              <a:buSzPts val="1400"/>
              <a:buFont typeface="Barlow ExtraLight"/>
              <a:buChar char="○"/>
              <a:defRPr>
                <a:solidFill>
                  <a:schemeClr val="accent3"/>
                </a:solidFill>
                <a:latin typeface="Barlow ExtraLight"/>
                <a:ea typeface="Barlow ExtraLight"/>
                <a:cs typeface="Barlow ExtraLight"/>
                <a:sym typeface="Barlow ExtraLight"/>
              </a:defRPr>
            </a:lvl2pPr>
            <a:lvl3pPr marL="1371600" lvl="2" indent="-311150">
              <a:lnSpc>
                <a:spcPct val="80000"/>
              </a:lnSpc>
              <a:spcBef>
                <a:spcPts val="0"/>
              </a:spcBef>
              <a:spcAft>
                <a:spcPts val="0"/>
              </a:spcAft>
              <a:buClr>
                <a:schemeClr val="accent3"/>
              </a:buClr>
              <a:buSzPts val="1300"/>
              <a:buFont typeface="Barlow ExtraLight"/>
              <a:buChar char="■"/>
              <a:defRPr>
                <a:solidFill>
                  <a:schemeClr val="accent3"/>
                </a:solidFill>
                <a:latin typeface="Barlow ExtraLight"/>
                <a:ea typeface="Barlow ExtraLight"/>
                <a:cs typeface="Barlow ExtraLight"/>
                <a:sym typeface="Barlow ExtraLight"/>
              </a:defRPr>
            </a:lvl3pPr>
            <a:lvl4pPr marL="1828800" lvl="3" indent="-304800">
              <a:lnSpc>
                <a:spcPct val="80000"/>
              </a:lnSpc>
              <a:spcBef>
                <a:spcPts val="0"/>
              </a:spcBef>
              <a:spcAft>
                <a:spcPts val="0"/>
              </a:spcAft>
              <a:buClr>
                <a:schemeClr val="accent3"/>
              </a:buClr>
              <a:buSzPts val="1200"/>
              <a:buFont typeface="Barlow ExtraLight"/>
              <a:buChar char="●"/>
              <a:defRPr>
                <a:solidFill>
                  <a:schemeClr val="accent3"/>
                </a:solidFill>
                <a:latin typeface="Barlow ExtraLight"/>
                <a:ea typeface="Barlow ExtraLight"/>
                <a:cs typeface="Barlow ExtraLight"/>
                <a:sym typeface="Barlow ExtraLight"/>
              </a:defRPr>
            </a:lvl4pPr>
            <a:lvl5pPr marL="2286000" lvl="4" indent="-298450">
              <a:lnSpc>
                <a:spcPct val="80000"/>
              </a:lnSpc>
              <a:spcBef>
                <a:spcPts val="0"/>
              </a:spcBef>
              <a:spcAft>
                <a:spcPts val="0"/>
              </a:spcAft>
              <a:buClr>
                <a:schemeClr val="accent3"/>
              </a:buClr>
              <a:buSzPts val="1100"/>
              <a:buFont typeface="Barlow ExtraLight"/>
              <a:buChar char="○"/>
              <a:defRPr>
                <a:solidFill>
                  <a:schemeClr val="accent3"/>
                </a:solidFill>
                <a:latin typeface="Barlow ExtraLight"/>
                <a:ea typeface="Barlow ExtraLight"/>
                <a:cs typeface="Barlow ExtraLight"/>
                <a:sym typeface="Barlow ExtraLight"/>
              </a:defRPr>
            </a:lvl5pPr>
            <a:lvl6pPr marL="2743200" lvl="5" indent="-292100">
              <a:lnSpc>
                <a:spcPct val="80000"/>
              </a:lnSpc>
              <a:spcBef>
                <a:spcPts val="0"/>
              </a:spcBef>
              <a:spcAft>
                <a:spcPts val="0"/>
              </a:spcAft>
              <a:buClr>
                <a:schemeClr val="accent3"/>
              </a:buClr>
              <a:buSzPts val="1000"/>
              <a:buFont typeface="Barlow ExtraLight"/>
              <a:buChar char="■"/>
              <a:defRPr>
                <a:solidFill>
                  <a:schemeClr val="accent3"/>
                </a:solidFill>
                <a:latin typeface="Barlow ExtraLight"/>
                <a:ea typeface="Barlow ExtraLight"/>
                <a:cs typeface="Barlow ExtraLight"/>
                <a:sym typeface="Barlow ExtraLight"/>
              </a:defRPr>
            </a:lvl6pPr>
            <a:lvl7pPr marL="3200400" lvl="6" indent="-285750">
              <a:lnSpc>
                <a:spcPct val="80000"/>
              </a:lnSpc>
              <a:spcBef>
                <a:spcPts val="0"/>
              </a:spcBef>
              <a:spcAft>
                <a:spcPts val="0"/>
              </a:spcAft>
              <a:buClr>
                <a:schemeClr val="accent3"/>
              </a:buClr>
              <a:buSzPts val="900"/>
              <a:buFont typeface="Barlow ExtraLight"/>
              <a:buChar char="●"/>
              <a:defRPr>
                <a:solidFill>
                  <a:schemeClr val="accent3"/>
                </a:solidFill>
                <a:latin typeface="Barlow ExtraLight"/>
                <a:ea typeface="Barlow ExtraLight"/>
                <a:cs typeface="Barlow ExtraLight"/>
                <a:sym typeface="Barlow ExtraLight"/>
              </a:defRPr>
            </a:lvl7pPr>
            <a:lvl8pPr marL="3657600" lvl="7" indent="-279400">
              <a:lnSpc>
                <a:spcPct val="80000"/>
              </a:lnSpc>
              <a:spcBef>
                <a:spcPts val="0"/>
              </a:spcBef>
              <a:spcAft>
                <a:spcPts val="0"/>
              </a:spcAft>
              <a:buClr>
                <a:schemeClr val="accent3"/>
              </a:buClr>
              <a:buSzPts val="800"/>
              <a:buFont typeface="Barlow ExtraLight"/>
              <a:buChar char="○"/>
              <a:defRPr>
                <a:solidFill>
                  <a:schemeClr val="accent3"/>
                </a:solidFill>
                <a:latin typeface="Barlow ExtraLight"/>
                <a:ea typeface="Barlow ExtraLight"/>
                <a:cs typeface="Barlow ExtraLight"/>
                <a:sym typeface="Barlow ExtraLight"/>
              </a:defRPr>
            </a:lvl8pPr>
            <a:lvl9pPr marL="4114800" lvl="8" indent="-273050">
              <a:lnSpc>
                <a:spcPct val="80000"/>
              </a:lnSpc>
              <a:spcBef>
                <a:spcPts val="0"/>
              </a:spcBef>
              <a:spcAft>
                <a:spcPts val="0"/>
              </a:spcAft>
              <a:buClr>
                <a:schemeClr val="accent3"/>
              </a:buClr>
              <a:buSzPts val="700"/>
              <a:buFont typeface="Barlow ExtraLight"/>
              <a:buChar char="■"/>
              <a:defRPr>
                <a:solidFill>
                  <a:schemeClr val="accent3"/>
                </a:solidFill>
                <a:latin typeface="Barlow ExtraLight"/>
                <a:ea typeface="Barlow ExtraLight"/>
                <a:cs typeface="Barlow ExtraLight"/>
                <a:sym typeface="Barlow ExtraLight"/>
              </a:defRPr>
            </a:lvl9pPr>
          </a:lstStyle>
          <a:p>
            <a:endParaRPr/>
          </a:p>
        </p:txBody>
      </p:sp>
      <p:sp>
        <p:nvSpPr>
          <p:cNvPr id="200" name="Google Shape;200;p37"/>
          <p:cNvSpPr txBox="1">
            <a:spLocks noGrp="1"/>
          </p:cNvSpPr>
          <p:nvPr>
            <p:ph type="subTitle" idx="18"/>
          </p:nvPr>
        </p:nvSpPr>
        <p:spPr>
          <a:xfrm>
            <a:off x="5734705" y="2222391"/>
            <a:ext cx="2362200" cy="4740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1400"/>
              <a:buFont typeface="Hepta Slab Medium"/>
              <a:buNone/>
              <a:defRPr>
                <a:solidFill>
                  <a:schemeClr val="lt1"/>
                </a:solidFill>
                <a:latin typeface="Hepta Slab Medium"/>
                <a:ea typeface="Hepta Slab Medium"/>
                <a:cs typeface="Hepta Slab Medium"/>
                <a:sym typeface="Hepta Slab Medium"/>
              </a:defRPr>
            </a:lvl1pPr>
            <a:lvl2pPr lvl="1">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2pPr>
            <a:lvl3pPr lvl="2">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3pPr>
            <a:lvl4pPr lvl="3">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4pPr>
            <a:lvl5pPr lvl="4">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5pPr>
            <a:lvl6pPr lvl="5">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6pPr>
            <a:lvl7pPr lvl="6">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7pPr>
            <a:lvl8pPr lvl="7">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8pPr>
            <a:lvl9pPr lvl="8">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9pPr>
          </a:lstStyle>
          <a:p>
            <a:endParaRPr/>
          </a:p>
        </p:txBody>
      </p:sp>
      <p:sp>
        <p:nvSpPr>
          <p:cNvPr id="201" name="Google Shape;201;p37"/>
          <p:cNvSpPr txBox="1">
            <a:spLocks noGrp="1"/>
          </p:cNvSpPr>
          <p:nvPr>
            <p:ph type="body" idx="19"/>
          </p:nvPr>
        </p:nvSpPr>
        <p:spPr>
          <a:xfrm>
            <a:off x="6321281" y="2468166"/>
            <a:ext cx="1775700" cy="843000"/>
          </a:xfrm>
          <a:prstGeom prst="rect">
            <a:avLst/>
          </a:prstGeom>
        </p:spPr>
        <p:txBody>
          <a:bodyPr spcFirstLastPara="1" wrap="square" lIns="91425" tIns="91425" rIns="91425" bIns="91425" anchor="t" anchorCtr="0">
            <a:noAutofit/>
          </a:bodyPr>
          <a:lstStyle>
            <a:lvl1pPr marL="457200" lvl="0"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marL="914400" lvl="1"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marL="1371600" lvl="2"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marL="1828800" lvl="3"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marL="2286000" lvl="4" indent="-298450">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marL="2743200" lvl="5"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marL="3200400" lvl="6"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marL="3657600" lvl="7"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marL="4114800" lvl="8"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a:endParaRPr/>
          </a:p>
        </p:txBody>
      </p:sp>
      <p:sp>
        <p:nvSpPr>
          <p:cNvPr id="202" name="Google Shape;202;p37"/>
          <p:cNvSpPr txBox="1">
            <a:spLocks noGrp="1"/>
          </p:cNvSpPr>
          <p:nvPr>
            <p:ph type="body" idx="20"/>
          </p:nvPr>
        </p:nvSpPr>
        <p:spPr>
          <a:xfrm>
            <a:off x="4746581" y="3219093"/>
            <a:ext cx="926100" cy="474000"/>
          </a:xfrm>
          <a:prstGeom prst="rect">
            <a:avLst/>
          </a:prstGeom>
        </p:spPr>
        <p:txBody>
          <a:bodyPr spcFirstLastPara="1" wrap="square" lIns="91425" tIns="91425" rIns="91425" bIns="91425" anchor="t" anchorCtr="0">
            <a:noAutofit/>
          </a:bodyPr>
          <a:lstStyle>
            <a:lvl1pPr marL="457200" lvl="0" indent="-406400" algn="r">
              <a:lnSpc>
                <a:spcPct val="80000"/>
              </a:lnSpc>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1pPr>
            <a:lvl2pPr marL="914400" lvl="1" indent="-317500">
              <a:lnSpc>
                <a:spcPct val="80000"/>
              </a:lnSpc>
              <a:spcBef>
                <a:spcPts val="0"/>
              </a:spcBef>
              <a:spcAft>
                <a:spcPts val="0"/>
              </a:spcAft>
              <a:buClr>
                <a:schemeClr val="accent3"/>
              </a:buClr>
              <a:buSzPts val="1400"/>
              <a:buFont typeface="Barlow ExtraLight"/>
              <a:buChar char="○"/>
              <a:defRPr>
                <a:solidFill>
                  <a:schemeClr val="accent3"/>
                </a:solidFill>
                <a:latin typeface="Barlow ExtraLight"/>
                <a:ea typeface="Barlow ExtraLight"/>
                <a:cs typeface="Barlow ExtraLight"/>
                <a:sym typeface="Barlow ExtraLight"/>
              </a:defRPr>
            </a:lvl2pPr>
            <a:lvl3pPr marL="1371600" lvl="2" indent="-311150">
              <a:lnSpc>
                <a:spcPct val="80000"/>
              </a:lnSpc>
              <a:spcBef>
                <a:spcPts val="0"/>
              </a:spcBef>
              <a:spcAft>
                <a:spcPts val="0"/>
              </a:spcAft>
              <a:buClr>
                <a:schemeClr val="accent3"/>
              </a:buClr>
              <a:buSzPts val="1300"/>
              <a:buFont typeface="Barlow ExtraLight"/>
              <a:buChar char="■"/>
              <a:defRPr>
                <a:solidFill>
                  <a:schemeClr val="accent3"/>
                </a:solidFill>
                <a:latin typeface="Barlow ExtraLight"/>
                <a:ea typeface="Barlow ExtraLight"/>
                <a:cs typeface="Barlow ExtraLight"/>
                <a:sym typeface="Barlow ExtraLight"/>
              </a:defRPr>
            </a:lvl3pPr>
            <a:lvl4pPr marL="1828800" lvl="3" indent="-304800">
              <a:lnSpc>
                <a:spcPct val="80000"/>
              </a:lnSpc>
              <a:spcBef>
                <a:spcPts val="0"/>
              </a:spcBef>
              <a:spcAft>
                <a:spcPts val="0"/>
              </a:spcAft>
              <a:buClr>
                <a:schemeClr val="accent3"/>
              </a:buClr>
              <a:buSzPts val="1200"/>
              <a:buFont typeface="Barlow ExtraLight"/>
              <a:buChar char="●"/>
              <a:defRPr>
                <a:solidFill>
                  <a:schemeClr val="accent3"/>
                </a:solidFill>
                <a:latin typeface="Barlow ExtraLight"/>
                <a:ea typeface="Barlow ExtraLight"/>
                <a:cs typeface="Barlow ExtraLight"/>
                <a:sym typeface="Barlow ExtraLight"/>
              </a:defRPr>
            </a:lvl4pPr>
            <a:lvl5pPr marL="2286000" lvl="4" indent="-298450">
              <a:lnSpc>
                <a:spcPct val="80000"/>
              </a:lnSpc>
              <a:spcBef>
                <a:spcPts val="0"/>
              </a:spcBef>
              <a:spcAft>
                <a:spcPts val="0"/>
              </a:spcAft>
              <a:buClr>
                <a:schemeClr val="accent3"/>
              </a:buClr>
              <a:buSzPts val="1100"/>
              <a:buFont typeface="Barlow ExtraLight"/>
              <a:buChar char="○"/>
              <a:defRPr>
                <a:solidFill>
                  <a:schemeClr val="accent3"/>
                </a:solidFill>
                <a:latin typeface="Barlow ExtraLight"/>
                <a:ea typeface="Barlow ExtraLight"/>
                <a:cs typeface="Barlow ExtraLight"/>
                <a:sym typeface="Barlow ExtraLight"/>
              </a:defRPr>
            </a:lvl5pPr>
            <a:lvl6pPr marL="2743200" lvl="5" indent="-292100">
              <a:lnSpc>
                <a:spcPct val="80000"/>
              </a:lnSpc>
              <a:spcBef>
                <a:spcPts val="0"/>
              </a:spcBef>
              <a:spcAft>
                <a:spcPts val="0"/>
              </a:spcAft>
              <a:buClr>
                <a:schemeClr val="accent3"/>
              </a:buClr>
              <a:buSzPts val="1000"/>
              <a:buFont typeface="Barlow ExtraLight"/>
              <a:buChar char="■"/>
              <a:defRPr>
                <a:solidFill>
                  <a:schemeClr val="accent3"/>
                </a:solidFill>
                <a:latin typeface="Barlow ExtraLight"/>
                <a:ea typeface="Barlow ExtraLight"/>
                <a:cs typeface="Barlow ExtraLight"/>
                <a:sym typeface="Barlow ExtraLight"/>
              </a:defRPr>
            </a:lvl6pPr>
            <a:lvl7pPr marL="3200400" lvl="6" indent="-285750">
              <a:lnSpc>
                <a:spcPct val="80000"/>
              </a:lnSpc>
              <a:spcBef>
                <a:spcPts val="0"/>
              </a:spcBef>
              <a:spcAft>
                <a:spcPts val="0"/>
              </a:spcAft>
              <a:buClr>
                <a:schemeClr val="accent3"/>
              </a:buClr>
              <a:buSzPts val="900"/>
              <a:buFont typeface="Barlow ExtraLight"/>
              <a:buChar char="●"/>
              <a:defRPr>
                <a:solidFill>
                  <a:schemeClr val="accent3"/>
                </a:solidFill>
                <a:latin typeface="Barlow ExtraLight"/>
                <a:ea typeface="Barlow ExtraLight"/>
                <a:cs typeface="Barlow ExtraLight"/>
                <a:sym typeface="Barlow ExtraLight"/>
              </a:defRPr>
            </a:lvl7pPr>
            <a:lvl8pPr marL="3657600" lvl="7" indent="-279400">
              <a:lnSpc>
                <a:spcPct val="80000"/>
              </a:lnSpc>
              <a:spcBef>
                <a:spcPts val="0"/>
              </a:spcBef>
              <a:spcAft>
                <a:spcPts val="0"/>
              </a:spcAft>
              <a:buClr>
                <a:schemeClr val="accent3"/>
              </a:buClr>
              <a:buSzPts val="800"/>
              <a:buFont typeface="Barlow ExtraLight"/>
              <a:buChar char="○"/>
              <a:defRPr>
                <a:solidFill>
                  <a:schemeClr val="accent3"/>
                </a:solidFill>
                <a:latin typeface="Barlow ExtraLight"/>
                <a:ea typeface="Barlow ExtraLight"/>
                <a:cs typeface="Barlow ExtraLight"/>
                <a:sym typeface="Barlow ExtraLight"/>
              </a:defRPr>
            </a:lvl8pPr>
            <a:lvl9pPr marL="4114800" lvl="8" indent="-273050">
              <a:lnSpc>
                <a:spcPct val="80000"/>
              </a:lnSpc>
              <a:spcBef>
                <a:spcPts val="0"/>
              </a:spcBef>
              <a:spcAft>
                <a:spcPts val="0"/>
              </a:spcAft>
              <a:buClr>
                <a:schemeClr val="accent3"/>
              </a:buClr>
              <a:buSzPts val="700"/>
              <a:buFont typeface="Barlow ExtraLight"/>
              <a:buChar char="■"/>
              <a:defRPr>
                <a:solidFill>
                  <a:schemeClr val="accent3"/>
                </a:solidFill>
                <a:latin typeface="Barlow ExtraLight"/>
                <a:ea typeface="Barlow ExtraLight"/>
                <a:cs typeface="Barlow ExtraLight"/>
                <a:sym typeface="Barlow ExtraLight"/>
              </a:defRPr>
            </a:lvl9pPr>
          </a:lstStyle>
          <a:p>
            <a:endParaRPr/>
          </a:p>
        </p:txBody>
      </p:sp>
      <p:sp>
        <p:nvSpPr>
          <p:cNvPr id="203" name="Google Shape;203;p37"/>
          <p:cNvSpPr txBox="1">
            <a:spLocks noGrp="1"/>
          </p:cNvSpPr>
          <p:nvPr>
            <p:ph type="subTitle" idx="21"/>
          </p:nvPr>
        </p:nvSpPr>
        <p:spPr>
          <a:xfrm>
            <a:off x="5734705" y="3218818"/>
            <a:ext cx="2362200" cy="4740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1400"/>
              <a:buFont typeface="Hepta Slab Medium"/>
              <a:buNone/>
              <a:defRPr>
                <a:solidFill>
                  <a:schemeClr val="lt1"/>
                </a:solidFill>
                <a:latin typeface="Hepta Slab Medium"/>
                <a:ea typeface="Hepta Slab Medium"/>
                <a:cs typeface="Hepta Slab Medium"/>
                <a:sym typeface="Hepta Slab Medium"/>
              </a:defRPr>
            </a:lvl1pPr>
            <a:lvl2pPr lvl="1">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2pPr>
            <a:lvl3pPr lvl="2">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3pPr>
            <a:lvl4pPr lvl="3">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4pPr>
            <a:lvl5pPr lvl="4">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5pPr>
            <a:lvl6pPr lvl="5">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6pPr>
            <a:lvl7pPr lvl="6">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7pPr>
            <a:lvl8pPr lvl="7">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8pPr>
            <a:lvl9pPr lvl="8">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9pPr>
          </a:lstStyle>
          <a:p>
            <a:endParaRPr/>
          </a:p>
        </p:txBody>
      </p:sp>
      <p:sp>
        <p:nvSpPr>
          <p:cNvPr id="204" name="Google Shape;204;p37"/>
          <p:cNvSpPr txBox="1">
            <a:spLocks noGrp="1"/>
          </p:cNvSpPr>
          <p:nvPr>
            <p:ph type="body" idx="22"/>
          </p:nvPr>
        </p:nvSpPr>
        <p:spPr>
          <a:xfrm>
            <a:off x="6321281" y="3464593"/>
            <a:ext cx="1775700" cy="843000"/>
          </a:xfrm>
          <a:prstGeom prst="rect">
            <a:avLst/>
          </a:prstGeom>
        </p:spPr>
        <p:txBody>
          <a:bodyPr spcFirstLastPara="1" wrap="square" lIns="91425" tIns="91425" rIns="91425" bIns="91425" anchor="t" anchorCtr="0">
            <a:noAutofit/>
          </a:bodyPr>
          <a:lstStyle>
            <a:lvl1pPr marL="457200" lvl="0"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marL="914400" lvl="1"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marL="1371600" lvl="2"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marL="1828800" lvl="3"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marL="2286000" lvl="4" indent="-298450">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marL="2743200" lvl="5"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marL="3200400" lvl="6"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marL="3657600" lvl="7"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marL="4114800" lvl="8"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a:endParaRPr/>
          </a:p>
        </p:txBody>
      </p:sp>
      <p:sp>
        <p:nvSpPr>
          <p:cNvPr id="205" name="Google Shape;205;p37"/>
          <p:cNvSpPr txBox="1">
            <a:spLocks noGrp="1"/>
          </p:cNvSpPr>
          <p:nvPr>
            <p:ph type="sldNum" idx="12"/>
          </p:nvPr>
        </p:nvSpPr>
        <p:spPr>
          <a:xfrm>
            <a:off x="8490529" y="250829"/>
            <a:ext cx="348900" cy="178200"/>
          </a:xfrm>
          <a:prstGeom prst="rect">
            <a:avLst/>
          </a:prstGeom>
        </p:spPr>
        <p:txBody>
          <a:bodyPr spcFirstLastPara="1" wrap="square" lIns="91425" tIns="91425" rIns="91425" bIns="91425" anchor="t" anchorCtr="0">
            <a:noAutofit/>
          </a:bodyPr>
          <a:lstStyle>
            <a:lvl1pPr lvl="0" rtl="0">
              <a:buNone/>
              <a:defRPr sz="1100">
                <a:solidFill>
                  <a:schemeClr val="accent3"/>
                </a:solidFill>
              </a:defRPr>
            </a:lvl1pPr>
            <a:lvl2pPr lvl="1" rtl="0">
              <a:buNone/>
              <a:defRPr sz="1100">
                <a:solidFill>
                  <a:schemeClr val="accent3"/>
                </a:solidFill>
              </a:defRPr>
            </a:lvl2pPr>
            <a:lvl3pPr lvl="2" rtl="0">
              <a:buNone/>
              <a:defRPr sz="1100">
                <a:solidFill>
                  <a:schemeClr val="accent3"/>
                </a:solidFill>
              </a:defRPr>
            </a:lvl3pPr>
            <a:lvl4pPr lvl="3" rtl="0">
              <a:buNone/>
              <a:defRPr sz="1100">
                <a:solidFill>
                  <a:schemeClr val="accent3"/>
                </a:solidFill>
              </a:defRPr>
            </a:lvl4pPr>
            <a:lvl5pPr lvl="4" rtl="0">
              <a:buNone/>
              <a:defRPr sz="1100">
                <a:solidFill>
                  <a:schemeClr val="accent3"/>
                </a:solidFill>
              </a:defRPr>
            </a:lvl5pPr>
            <a:lvl6pPr lvl="5" rtl="0">
              <a:buNone/>
              <a:defRPr sz="1100">
                <a:solidFill>
                  <a:schemeClr val="accent3"/>
                </a:solidFill>
              </a:defRPr>
            </a:lvl6pPr>
            <a:lvl7pPr lvl="6" rtl="0">
              <a:buNone/>
              <a:defRPr sz="1100">
                <a:solidFill>
                  <a:schemeClr val="accent3"/>
                </a:solidFill>
              </a:defRPr>
            </a:lvl7pPr>
            <a:lvl8pPr lvl="7" rtl="0">
              <a:buNone/>
              <a:defRPr sz="1100">
                <a:solidFill>
                  <a:schemeClr val="accent3"/>
                </a:solidFill>
              </a:defRPr>
            </a:lvl8pPr>
            <a:lvl9pPr lvl="8" rtl="0">
              <a:buNone/>
              <a:defRPr sz="1100">
                <a:solidFill>
                  <a:schemeClr val="accent3"/>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xmlns:p15="http://schemas.microsoft.com/office/powerpoint/2012/main">
        <p15:guide id="1" pos="360">
          <p15:clr>
            <a:srgbClr val="E46962"/>
          </p15:clr>
        </p15:guide>
        <p15:guide id="2" orient="horz" pos="360">
          <p15:clr>
            <a:srgbClr val="E46962"/>
          </p15:clr>
        </p15:guide>
        <p15:guide id="3" orient="horz" pos="1048">
          <p15:clr>
            <a:srgbClr val="E46962"/>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ext + Image" type="twoColTx">
  <p:cSld name="TITLE_AND_TWO_COLUMNS">
    <p:bg>
      <p:bgPr>
        <a:solidFill>
          <a:schemeClr val="dk1"/>
        </a:solidFill>
        <a:effectLst/>
      </p:bgPr>
    </p:bg>
    <p:spTree>
      <p:nvGrpSpPr>
        <p:cNvPr id="1" name="Shape 206"/>
        <p:cNvGrpSpPr/>
        <p:nvPr/>
      </p:nvGrpSpPr>
      <p:grpSpPr>
        <a:xfrm>
          <a:off x="0" y="0"/>
          <a:ext cx="0" cy="0"/>
          <a:chOff x="0" y="0"/>
          <a:chExt cx="0" cy="0"/>
        </a:xfrm>
      </p:grpSpPr>
      <p:sp>
        <p:nvSpPr>
          <p:cNvPr id="207" name="Google Shape;207;p38"/>
          <p:cNvSpPr/>
          <p:nvPr/>
        </p:nvSpPr>
        <p:spPr>
          <a:xfrm>
            <a:off x="0" y="0"/>
            <a:ext cx="9144000" cy="16311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38"/>
          <p:cNvSpPr txBox="1"/>
          <p:nvPr/>
        </p:nvSpPr>
        <p:spPr>
          <a:xfrm>
            <a:off x="6262625" y="1205946"/>
            <a:ext cx="2155500" cy="323100"/>
          </a:xfrm>
          <a:prstGeom prst="rect">
            <a:avLst/>
          </a:prstGeom>
          <a:noFill/>
          <a:ln>
            <a:noFill/>
          </a:ln>
        </p:spPr>
        <p:txBody>
          <a:bodyPr spcFirstLastPara="1" wrap="square" lIns="0" tIns="0" rIns="0" bIns="0" anchor="b" anchorCtr="0">
            <a:noAutofit/>
          </a:bodyPr>
          <a:lstStyle/>
          <a:p>
            <a:pPr marL="0" lvl="0" indent="0" algn="l" rtl="0">
              <a:spcBef>
                <a:spcPts val="0"/>
              </a:spcBef>
              <a:spcAft>
                <a:spcPts val="0"/>
              </a:spcAft>
              <a:buNone/>
            </a:pPr>
            <a:r>
              <a:rPr lang="en" sz="700" i="1">
                <a:solidFill>
                  <a:schemeClr val="lt1"/>
                </a:solidFill>
                <a:latin typeface="Barlow Medium"/>
                <a:ea typeface="Barlow Medium"/>
                <a:cs typeface="Barlow Medium"/>
                <a:sym typeface="Barlow Medium"/>
              </a:rPr>
              <a:t>Lorem ipsum dolor sit amet, consectetur adipiscing elit.</a:t>
            </a:r>
            <a:endParaRPr sz="700" i="1">
              <a:solidFill>
                <a:schemeClr val="lt1"/>
              </a:solidFill>
              <a:latin typeface="Barlow Medium"/>
              <a:ea typeface="Barlow Medium"/>
              <a:cs typeface="Barlow Medium"/>
              <a:sym typeface="Barlow Medium"/>
            </a:endParaRPr>
          </a:p>
        </p:txBody>
      </p:sp>
      <p:sp>
        <p:nvSpPr>
          <p:cNvPr id="209" name="Google Shape;209;p38"/>
          <p:cNvSpPr>
            <a:spLocks noGrp="1"/>
          </p:cNvSpPr>
          <p:nvPr>
            <p:ph type="pic" idx="2"/>
          </p:nvPr>
        </p:nvSpPr>
        <p:spPr>
          <a:xfrm>
            <a:off x="3915225" y="1631250"/>
            <a:ext cx="4441200" cy="3009900"/>
          </a:xfrm>
          <a:prstGeom prst="roundRect">
            <a:avLst>
              <a:gd name="adj" fmla="val 16667"/>
            </a:avLst>
          </a:prstGeom>
          <a:noFill/>
          <a:ln>
            <a:noFill/>
          </a:ln>
        </p:spPr>
      </p:sp>
      <p:sp>
        <p:nvSpPr>
          <p:cNvPr id="210" name="Google Shape;210;p38"/>
          <p:cNvSpPr txBox="1">
            <a:spLocks noGrp="1"/>
          </p:cNvSpPr>
          <p:nvPr>
            <p:ph type="body" idx="1"/>
          </p:nvPr>
        </p:nvSpPr>
        <p:spPr>
          <a:xfrm>
            <a:off x="791150" y="1835400"/>
            <a:ext cx="2094000" cy="846600"/>
          </a:xfrm>
          <a:prstGeom prst="rect">
            <a:avLst/>
          </a:prstGeom>
        </p:spPr>
        <p:txBody>
          <a:bodyPr spcFirstLastPara="1" wrap="square" lIns="0" tIns="0" rIns="0" bIns="0" anchor="t" anchorCtr="0">
            <a:noAutofit/>
          </a:bodyPr>
          <a:lstStyle>
            <a:lvl1pPr marL="457200" lvl="0"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marL="914400" lvl="1"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marL="1371600" lvl="2"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marL="1828800" lvl="3"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marL="2286000" lvl="4" indent="-298450">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marL="2743200" lvl="5"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marL="3200400" lvl="6"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marL="3657600" lvl="7"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marL="4114800" lvl="8"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a:endParaRPr/>
          </a:p>
        </p:txBody>
      </p:sp>
      <p:sp>
        <p:nvSpPr>
          <p:cNvPr id="211" name="Google Shape;211;p38"/>
          <p:cNvSpPr txBox="1">
            <a:spLocks noGrp="1"/>
          </p:cNvSpPr>
          <p:nvPr>
            <p:ph type="subTitle" idx="3"/>
          </p:nvPr>
        </p:nvSpPr>
        <p:spPr>
          <a:xfrm>
            <a:off x="791150" y="522625"/>
            <a:ext cx="3918300" cy="1006500"/>
          </a:xfrm>
          <a:prstGeom prst="rect">
            <a:avLst/>
          </a:prstGeom>
        </p:spPr>
        <p:txBody>
          <a:bodyPr spcFirstLastPara="1" wrap="square" lIns="0" tIns="0" rIns="0" bIns="0" anchor="t" anchorCtr="0">
            <a:noAutofit/>
          </a:bodyPr>
          <a:lstStyle>
            <a:lvl1pPr lvl="0">
              <a:spcBef>
                <a:spcPts val="0"/>
              </a:spcBef>
              <a:spcAft>
                <a:spcPts val="0"/>
              </a:spcAft>
              <a:buClr>
                <a:schemeClr val="accent3"/>
              </a:buClr>
              <a:buSzPts val="3600"/>
              <a:buFont typeface="Hepta Slab Medium"/>
              <a:buNone/>
              <a:defRPr sz="3600">
                <a:solidFill>
                  <a:schemeClr val="accent3"/>
                </a:solidFill>
                <a:latin typeface="Hepta Slab Medium"/>
                <a:ea typeface="Hepta Slab Medium"/>
                <a:cs typeface="Hepta Slab Medium"/>
                <a:sym typeface="Hepta Slab Medium"/>
              </a:defRPr>
            </a:lvl1pPr>
            <a:lvl2pPr lvl="1">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2pPr>
            <a:lvl3pPr lvl="2">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3pPr>
            <a:lvl4pPr lvl="3">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4pPr>
            <a:lvl5pPr lvl="4">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5pPr>
            <a:lvl6pPr lvl="5">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6pPr>
            <a:lvl7pPr lvl="6">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7pPr>
            <a:lvl8pPr lvl="7">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8pPr>
            <a:lvl9pPr lvl="8">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9pPr>
          </a:lstStyle>
          <a:p>
            <a:endParaRPr/>
          </a:p>
        </p:txBody>
      </p:sp>
      <p:sp>
        <p:nvSpPr>
          <p:cNvPr id="212" name="Google Shape;212;p38"/>
          <p:cNvSpPr txBox="1">
            <a:spLocks noGrp="1"/>
          </p:cNvSpPr>
          <p:nvPr>
            <p:ph type="sldNum" idx="12"/>
          </p:nvPr>
        </p:nvSpPr>
        <p:spPr>
          <a:xfrm>
            <a:off x="8490529" y="250829"/>
            <a:ext cx="348900" cy="178200"/>
          </a:xfrm>
          <a:prstGeom prst="rect">
            <a:avLst/>
          </a:prstGeom>
        </p:spPr>
        <p:txBody>
          <a:bodyPr spcFirstLastPara="1" wrap="square" lIns="91425" tIns="91425" rIns="91425" bIns="91425" anchor="t" anchorCtr="0">
            <a:noAutofit/>
          </a:bodyPr>
          <a:lstStyle>
            <a:lvl1pPr lvl="0" rtl="0">
              <a:buNone/>
              <a:defRPr sz="1100">
                <a:solidFill>
                  <a:schemeClr val="accent3"/>
                </a:solidFill>
              </a:defRPr>
            </a:lvl1pPr>
            <a:lvl2pPr lvl="1" rtl="0">
              <a:buNone/>
              <a:defRPr sz="1100">
                <a:solidFill>
                  <a:schemeClr val="accent3"/>
                </a:solidFill>
              </a:defRPr>
            </a:lvl2pPr>
            <a:lvl3pPr lvl="2" rtl="0">
              <a:buNone/>
              <a:defRPr sz="1100">
                <a:solidFill>
                  <a:schemeClr val="accent3"/>
                </a:solidFill>
              </a:defRPr>
            </a:lvl3pPr>
            <a:lvl4pPr lvl="3" rtl="0">
              <a:buNone/>
              <a:defRPr sz="1100">
                <a:solidFill>
                  <a:schemeClr val="accent3"/>
                </a:solidFill>
              </a:defRPr>
            </a:lvl4pPr>
            <a:lvl5pPr lvl="4" rtl="0">
              <a:buNone/>
              <a:defRPr sz="1100">
                <a:solidFill>
                  <a:schemeClr val="accent3"/>
                </a:solidFill>
              </a:defRPr>
            </a:lvl5pPr>
            <a:lvl6pPr lvl="5" rtl="0">
              <a:buNone/>
              <a:defRPr sz="1100">
                <a:solidFill>
                  <a:schemeClr val="accent3"/>
                </a:solidFill>
              </a:defRPr>
            </a:lvl6pPr>
            <a:lvl7pPr lvl="6" rtl="0">
              <a:buNone/>
              <a:defRPr sz="1100">
                <a:solidFill>
                  <a:schemeClr val="accent3"/>
                </a:solidFill>
              </a:defRPr>
            </a:lvl7pPr>
            <a:lvl8pPr lvl="7" rtl="0">
              <a:buNone/>
              <a:defRPr sz="1100">
                <a:solidFill>
                  <a:schemeClr val="accent3"/>
                </a:solidFill>
              </a:defRPr>
            </a:lvl8pPr>
            <a:lvl9pPr lvl="8" rtl="0">
              <a:buNone/>
              <a:defRPr sz="1100">
                <a:solidFill>
                  <a:schemeClr val="accent3"/>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eam / Company Overview" type="titleOnly">
  <p:cSld name="TITLE_ONLY">
    <p:bg>
      <p:bgPr>
        <a:solidFill>
          <a:schemeClr val="accent4"/>
        </a:solidFill>
        <a:effectLst/>
      </p:bgPr>
    </p:bg>
    <p:spTree>
      <p:nvGrpSpPr>
        <p:cNvPr id="1" name="Shape 219"/>
        <p:cNvGrpSpPr/>
        <p:nvPr/>
      </p:nvGrpSpPr>
      <p:grpSpPr>
        <a:xfrm>
          <a:off x="0" y="0"/>
          <a:ext cx="0" cy="0"/>
          <a:chOff x="0" y="0"/>
          <a:chExt cx="0" cy="0"/>
        </a:xfrm>
      </p:grpSpPr>
      <p:sp>
        <p:nvSpPr>
          <p:cNvPr id="220" name="Google Shape;220;p40"/>
          <p:cNvSpPr>
            <a:spLocks noGrp="1"/>
          </p:cNvSpPr>
          <p:nvPr>
            <p:ph type="pic" idx="2"/>
          </p:nvPr>
        </p:nvSpPr>
        <p:spPr>
          <a:xfrm>
            <a:off x="791150" y="522900"/>
            <a:ext cx="1294800" cy="1918500"/>
          </a:xfrm>
          <a:prstGeom prst="rect">
            <a:avLst/>
          </a:prstGeom>
          <a:noFill/>
          <a:ln>
            <a:noFill/>
          </a:ln>
        </p:spPr>
      </p:sp>
      <p:sp>
        <p:nvSpPr>
          <p:cNvPr id="221" name="Google Shape;221;p40"/>
          <p:cNvSpPr>
            <a:spLocks noGrp="1"/>
          </p:cNvSpPr>
          <p:nvPr>
            <p:ph type="pic" idx="3"/>
          </p:nvPr>
        </p:nvSpPr>
        <p:spPr>
          <a:xfrm>
            <a:off x="2355375" y="522900"/>
            <a:ext cx="1294800" cy="1918500"/>
          </a:xfrm>
          <a:prstGeom prst="rect">
            <a:avLst/>
          </a:prstGeom>
          <a:noFill/>
          <a:ln>
            <a:noFill/>
          </a:ln>
        </p:spPr>
      </p:sp>
      <p:sp>
        <p:nvSpPr>
          <p:cNvPr id="222" name="Google Shape;222;p40"/>
          <p:cNvSpPr>
            <a:spLocks noGrp="1"/>
          </p:cNvSpPr>
          <p:nvPr>
            <p:ph type="pic" idx="4"/>
          </p:nvPr>
        </p:nvSpPr>
        <p:spPr>
          <a:xfrm>
            <a:off x="3921313" y="522900"/>
            <a:ext cx="1294800" cy="1918500"/>
          </a:xfrm>
          <a:prstGeom prst="rect">
            <a:avLst/>
          </a:prstGeom>
          <a:noFill/>
          <a:ln>
            <a:noFill/>
          </a:ln>
        </p:spPr>
      </p:sp>
      <p:sp>
        <p:nvSpPr>
          <p:cNvPr id="223" name="Google Shape;223;p40"/>
          <p:cNvSpPr>
            <a:spLocks noGrp="1"/>
          </p:cNvSpPr>
          <p:nvPr>
            <p:ph type="pic" idx="5"/>
          </p:nvPr>
        </p:nvSpPr>
        <p:spPr>
          <a:xfrm>
            <a:off x="5491588" y="522900"/>
            <a:ext cx="1294800" cy="1918500"/>
          </a:xfrm>
          <a:prstGeom prst="rect">
            <a:avLst/>
          </a:prstGeom>
          <a:noFill/>
          <a:ln>
            <a:noFill/>
          </a:ln>
        </p:spPr>
      </p:sp>
      <p:sp>
        <p:nvSpPr>
          <p:cNvPr id="224" name="Google Shape;224;p40"/>
          <p:cNvSpPr txBox="1">
            <a:spLocks noGrp="1"/>
          </p:cNvSpPr>
          <p:nvPr>
            <p:ph type="body" idx="1"/>
          </p:nvPr>
        </p:nvSpPr>
        <p:spPr>
          <a:xfrm>
            <a:off x="680850" y="3443850"/>
            <a:ext cx="3074700" cy="1031700"/>
          </a:xfrm>
          <a:prstGeom prst="rect">
            <a:avLst/>
          </a:prstGeom>
        </p:spPr>
        <p:txBody>
          <a:bodyPr spcFirstLastPara="1" wrap="square" lIns="91425" tIns="91425" rIns="91425" bIns="91425" anchor="t" anchorCtr="0">
            <a:noAutofit/>
          </a:bodyPr>
          <a:lstStyle>
            <a:lvl1pPr marL="457200" lvl="0" indent="-406400">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1pPr>
            <a:lvl2pPr marL="914400" lvl="1" indent="-406400">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2pPr>
            <a:lvl3pPr marL="1371600" lvl="2" indent="-406400">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3pPr>
            <a:lvl4pPr marL="1828800" lvl="3" indent="-406400">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4pPr>
            <a:lvl5pPr marL="2286000" lvl="4" indent="-406400">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5pPr>
            <a:lvl6pPr marL="2743200" lvl="5" indent="-406400">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6pPr>
            <a:lvl7pPr marL="3200400" lvl="6" indent="-406400">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7pPr>
            <a:lvl8pPr marL="3657600" lvl="7" indent="-406400">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8pPr>
            <a:lvl9pPr marL="4114800" lvl="8" indent="-406400">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9pPr>
          </a:lstStyle>
          <a:p>
            <a:endParaRPr/>
          </a:p>
        </p:txBody>
      </p:sp>
      <p:sp>
        <p:nvSpPr>
          <p:cNvPr id="225" name="Google Shape;225;p40"/>
          <p:cNvSpPr txBox="1">
            <a:spLocks noGrp="1"/>
          </p:cNvSpPr>
          <p:nvPr>
            <p:ph type="body" idx="6"/>
          </p:nvPr>
        </p:nvSpPr>
        <p:spPr>
          <a:xfrm>
            <a:off x="4123900" y="3443850"/>
            <a:ext cx="4030200" cy="1165200"/>
          </a:xfrm>
          <a:prstGeom prst="rect">
            <a:avLst/>
          </a:prstGeom>
        </p:spPr>
        <p:txBody>
          <a:bodyPr spcFirstLastPara="1" wrap="square" lIns="91425" tIns="91425" rIns="91425" bIns="91425" anchor="t" anchorCtr="0">
            <a:noAutofit/>
          </a:bodyPr>
          <a:lstStyle>
            <a:lvl1pPr marL="457200" lvl="0"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marL="914400" lvl="1"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marL="1371600" lvl="2"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marL="1828800" lvl="3"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marL="2286000" lvl="4" indent="-298450">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marL="2743200" lvl="5"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marL="3200400" lvl="6"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marL="3657600" lvl="7"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marL="4114800" lvl="8"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a:endParaRPr/>
          </a:p>
        </p:txBody>
      </p:sp>
      <p:sp>
        <p:nvSpPr>
          <p:cNvPr id="226" name="Google Shape;226;p40"/>
          <p:cNvSpPr txBox="1">
            <a:spLocks noGrp="1"/>
          </p:cNvSpPr>
          <p:nvPr>
            <p:ph type="body" idx="7"/>
          </p:nvPr>
        </p:nvSpPr>
        <p:spPr>
          <a:xfrm>
            <a:off x="705088" y="2737270"/>
            <a:ext cx="1294800" cy="259800"/>
          </a:xfrm>
          <a:prstGeom prst="rect">
            <a:avLst/>
          </a:prstGeom>
        </p:spPr>
        <p:txBody>
          <a:bodyPr spcFirstLastPara="1" wrap="square" lIns="91425" tIns="91425" rIns="91425" bIns="91425" anchor="ctr" anchorCtr="0">
            <a:noAutofit/>
          </a:bodyPr>
          <a:lstStyle>
            <a:lvl1pPr marL="457200" lvl="0"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marL="914400" lvl="1"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marL="1371600" lvl="2"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marL="1828800" lvl="3"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marL="2286000" lvl="4"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marL="2743200" lvl="5"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marL="3200400" lvl="6"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marL="3657600" lvl="7"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marL="4114800" lvl="8"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a:endParaRPr/>
          </a:p>
        </p:txBody>
      </p:sp>
      <p:sp>
        <p:nvSpPr>
          <p:cNvPr id="227" name="Google Shape;227;p40"/>
          <p:cNvSpPr txBox="1">
            <a:spLocks noGrp="1"/>
          </p:cNvSpPr>
          <p:nvPr>
            <p:ph type="body" idx="8"/>
          </p:nvPr>
        </p:nvSpPr>
        <p:spPr>
          <a:xfrm>
            <a:off x="2258888" y="2737270"/>
            <a:ext cx="1294800" cy="259800"/>
          </a:xfrm>
          <a:prstGeom prst="rect">
            <a:avLst/>
          </a:prstGeom>
        </p:spPr>
        <p:txBody>
          <a:bodyPr spcFirstLastPara="1" wrap="square" lIns="91425" tIns="91425" rIns="91425" bIns="91425" anchor="ctr" anchorCtr="0">
            <a:noAutofit/>
          </a:bodyPr>
          <a:lstStyle>
            <a:lvl1pPr marL="457200" lvl="0"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marL="914400" lvl="1"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marL="1371600" lvl="2"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marL="1828800" lvl="3"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marL="2286000" lvl="4"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marL="2743200" lvl="5"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marL="3200400" lvl="6"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marL="3657600" lvl="7"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marL="4114800" lvl="8"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a:endParaRPr/>
          </a:p>
        </p:txBody>
      </p:sp>
      <p:sp>
        <p:nvSpPr>
          <p:cNvPr id="228" name="Google Shape;228;p40"/>
          <p:cNvSpPr txBox="1">
            <a:spLocks noGrp="1"/>
          </p:cNvSpPr>
          <p:nvPr>
            <p:ph type="body" idx="9"/>
          </p:nvPr>
        </p:nvSpPr>
        <p:spPr>
          <a:xfrm>
            <a:off x="3827513" y="2737270"/>
            <a:ext cx="1294800" cy="259800"/>
          </a:xfrm>
          <a:prstGeom prst="rect">
            <a:avLst/>
          </a:prstGeom>
        </p:spPr>
        <p:txBody>
          <a:bodyPr spcFirstLastPara="1" wrap="square" lIns="91425" tIns="91425" rIns="91425" bIns="91425" anchor="ctr" anchorCtr="0">
            <a:noAutofit/>
          </a:bodyPr>
          <a:lstStyle>
            <a:lvl1pPr marL="457200" lvl="0"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marL="914400" lvl="1"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marL="1371600" lvl="2"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marL="1828800" lvl="3"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marL="2286000" lvl="4"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marL="2743200" lvl="5"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marL="3200400" lvl="6"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marL="3657600" lvl="7"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marL="4114800" lvl="8"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a:endParaRPr/>
          </a:p>
        </p:txBody>
      </p:sp>
      <p:sp>
        <p:nvSpPr>
          <p:cNvPr id="229" name="Google Shape;229;p40"/>
          <p:cNvSpPr txBox="1">
            <a:spLocks noGrp="1"/>
          </p:cNvSpPr>
          <p:nvPr>
            <p:ph type="body" idx="13"/>
          </p:nvPr>
        </p:nvSpPr>
        <p:spPr>
          <a:xfrm>
            <a:off x="5395113" y="2737270"/>
            <a:ext cx="1294800" cy="259800"/>
          </a:xfrm>
          <a:prstGeom prst="rect">
            <a:avLst/>
          </a:prstGeom>
        </p:spPr>
        <p:txBody>
          <a:bodyPr spcFirstLastPara="1" wrap="square" lIns="91425" tIns="91425" rIns="91425" bIns="91425" anchor="ctr" anchorCtr="0">
            <a:noAutofit/>
          </a:bodyPr>
          <a:lstStyle>
            <a:lvl1pPr marL="457200" lvl="0"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marL="914400" lvl="1"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marL="1371600" lvl="2"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marL="1828800" lvl="3"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marL="2286000" lvl="4"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marL="2743200" lvl="5"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marL="3200400" lvl="6"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marL="3657600" lvl="7"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marL="4114800" lvl="8"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a:endParaRPr/>
          </a:p>
        </p:txBody>
      </p:sp>
      <p:sp>
        <p:nvSpPr>
          <p:cNvPr id="230" name="Google Shape;230;p40"/>
          <p:cNvSpPr txBox="1">
            <a:spLocks noGrp="1"/>
          </p:cNvSpPr>
          <p:nvPr>
            <p:ph type="body" idx="14"/>
          </p:nvPr>
        </p:nvSpPr>
        <p:spPr>
          <a:xfrm>
            <a:off x="705091" y="2464123"/>
            <a:ext cx="1294800" cy="259800"/>
          </a:xfrm>
          <a:prstGeom prst="rect">
            <a:avLst/>
          </a:prstGeom>
        </p:spPr>
        <p:txBody>
          <a:bodyPr spcFirstLastPara="1" wrap="square" lIns="91425" tIns="91425" rIns="91425" bIns="91425" anchor="t" anchorCtr="0">
            <a:noAutofit/>
          </a:bodyPr>
          <a:lstStyle>
            <a:lvl1pPr marL="457200" lvl="0" indent="-27305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1pPr>
            <a:lvl2pPr marL="914400" lvl="1" indent="-27305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2pPr>
            <a:lvl3pPr marL="1371600" lvl="2" indent="-27305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3pPr>
            <a:lvl4pPr marL="1828800" lvl="3" indent="-27305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4pPr>
            <a:lvl5pPr marL="2286000" lvl="4" indent="-27305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5pPr>
            <a:lvl6pPr marL="2743200" lvl="5" indent="-27305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6pPr>
            <a:lvl7pPr marL="3200400" lvl="6" indent="-27305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7pPr>
            <a:lvl8pPr marL="3657600" lvl="7" indent="-27305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8pPr>
            <a:lvl9pPr marL="4114800" lvl="8" indent="-27305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9pPr>
          </a:lstStyle>
          <a:p>
            <a:endParaRPr/>
          </a:p>
        </p:txBody>
      </p:sp>
      <p:sp>
        <p:nvSpPr>
          <p:cNvPr id="231" name="Google Shape;231;p40"/>
          <p:cNvSpPr txBox="1">
            <a:spLocks noGrp="1"/>
          </p:cNvSpPr>
          <p:nvPr>
            <p:ph type="body" idx="15"/>
          </p:nvPr>
        </p:nvSpPr>
        <p:spPr>
          <a:xfrm>
            <a:off x="2258891" y="2464123"/>
            <a:ext cx="1294800" cy="259800"/>
          </a:xfrm>
          <a:prstGeom prst="rect">
            <a:avLst/>
          </a:prstGeom>
        </p:spPr>
        <p:txBody>
          <a:bodyPr spcFirstLastPara="1" wrap="square" lIns="91425" tIns="91425" rIns="91425" bIns="91425" anchor="t" anchorCtr="0">
            <a:noAutofit/>
          </a:bodyPr>
          <a:lstStyle>
            <a:lvl1pPr marL="457200" lvl="0" indent="-27305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1pPr>
            <a:lvl2pPr marL="914400" lvl="1" indent="-27305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2pPr>
            <a:lvl3pPr marL="1371600" lvl="2" indent="-27305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3pPr>
            <a:lvl4pPr marL="1828800" lvl="3" indent="-27305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4pPr>
            <a:lvl5pPr marL="2286000" lvl="4" indent="-27305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5pPr>
            <a:lvl6pPr marL="2743200" lvl="5" indent="-27305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6pPr>
            <a:lvl7pPr marL="3200400" lvl="6" indent="-27305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7pPr>
            <a:lvl8pPr marL="3657600" lvl="7" indent="-27305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8pPr>
            <a:lvl9pPr marL="4114800" lvl="8" indent="-27305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9pPr>
          </a:lstStyle>
          <a:p>
            <a:endParaRPr/>
          </a:p>
        </p:txBody>
      </p:sp>
      <p:sp>
        <p:nvSpPr>
          <p:cNvPr id="232" name="Google Shape;232;p40"/>
          <p:cNvSpPr txBox="1">
            <a:spLocks noGrp="1"/>
          </p:cNvSpPr>
          <p:nvPr>
            <p:ph type="body" idx="16"/>
          </p:nvPr>
        </p:nvSpPr>
        <p:spPr>
          <a:xfrm>
            <a:off x="3827003" y="2464123"/>
            <a:ext cx="1294800" cy="259800"/>
          </a:xfrm>
          <a:prstGeom prst="rect">
            <a:avLst/>
          </a:prstGeom>
        </p:spPr>
        <p:txBody>
          <a:bodyPr spcFirstLastPara="1" wrap="square" lIns="91425" tIns="91425" rIns="91425" bIns="91425" anchor="t" anchorCtr="0">
            <a:noAutofit/>
          </a:bodyPr>
          <a:lstStyle>
            <a:lvl1pPr marL="457200" lvl="0" indent="-27305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1pPr>
            <a:lvl2pPr marL="914400" lvl="1" indent="-27305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2pPr>
            <a:lvl3pPr marL="1371600" lvl="2" indent="-27305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3pPr>
            <a:lvl4pPr marL="1828800" lvl="3" indent="-27305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4pPr>
            <a:lvl5pPr marL="2286000" lvl="4" indent="-27305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5pPr>
            <a:lvl6pPr marL="2743200" lvl="5" indent="-27305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6pPr>
            <a:lvl7pPr marL="3200400" lvl="6" indent="-27305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7pPr>
            <a:lvl8pPr marL="3657600" lvl="7" indent="-27305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8pPr>
            <a:lvl9pPr marL="4114800" lvl="8" indent="-27305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9pPr>
          </a:lstStyle>
          <a:p>
            <a:endParaRPr/>
          </a:p>
        </p:txBody>
      </p:sp>
      <p:sp>
        <p:nvSpPr>
          <p:cNvPr id="233" name="Google Shape;233;p40"/>
          <p:cNvSpPr txBox="1">
            <a:spLocks noGrp="1"/>
          </p:cNvSpPr>
          <p:nvPr>
            <p:ph type="body" idx="17"/>
          </p:nvPr>
        </p:nvSpPr>
        <p:spPr>
          <a:xfrm>
            <a:off x="5396128" y="2464123"/>
            <a:ext cx="1294800" cy="259800"/>
          </a:xfrm>
          <a:prstGeom prst="rect">
            <a:avLst/>
          </a:prstGeom>
        </p:spPr>
        <p:txBody>
          <a:bodyPr spcFirstLastPara="1" wrap="square" lIns="91425" tIns="91425" rIns="91425" bIns="91425" anchor="t" anchorCtr="0">
            <a:noAutofit/>
          </a:bodyPr>
          <a:lstStyle>
            <a:lvl1pPr marL="457200" lvl="0" indent="-27305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1pPr>
            <a:lvl2pPr marL="914400" lvl="1" indent="-27305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2pPr>
            <a:lvl3pPr marL="1371600" lvl="2" indent="-27305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3pPr>
            <a:lvl4pPr marL="1828800" lvl="3" indent="-27305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4pPr>
            <a:lvl5pPr marL="2286000" lvl="4" indent="-27305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5pPr>
            <a:lvl6pPr marL="2743200" lvl="5" indent="-27305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6pPr>
            <a:lvl7pPr marL="3200400" lvl="6" indent="-27305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7pPr>
            <a:lvl8pPr marL="3657600" lvl="7" indent="-27305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8pPr>
            <a:lvl9pPr marL="4114800" lvl="8" indent="-27305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9pPr>
          </a:lstStyle>
          <a:p>
            <a:endParaRPr/>
          </a:p>
        </p:txBody>
      </p:sp>
      <p:sp>
        <p:nvSpPr>
          <p:cNvPr id="234" name="Google Shape;234;p40"/>
          <p:cNvSpPr txBox="1">
            <a:spLocks noGrp="1"/>
          </p:cNvSpPr>
          <p:nvPr>
            <p:ph type="sldNum" idx="12"/>
          </p:nvPr>
        </p:nvSpPr>
        <p:spPr>
          <a:xfrm>
            <a:off x="8490529" y="250829"/>
            <a:ext cx="348900" cy="178200"/>
          </a:xfrm>
          <a:prstGeom prst="rect">
            <a:avLst/>
          </a:prstGeom>
        </p:spPr>
        <p:txBody>
          <a:bodyPr spcFirstLastPara="1" wrap="square" lIns="91425" tIns="91425" rIns="91425" bIns="91425" anchor="t" anchorCtr="0">
            <a:noAutofit/>
          </a:bodyPr>
          <a:lstStyle>
            <a:lvl1pPr lvl="0" rtl="0">
              <a:buNone/>
              <a:defRPr sz="1100">
                <a:solidFill>
                  <a:schemeClr val="accent3"/>
                </a:solidFill>
              </a:defRPr>
            </a:lvl1pPr>
            <a:lvl2pPr lvl="1" rtl="0">
              <a:buNone/>
              <a:defRPr sz="1100">
                <a:solidFill>
                  <a:schemeClr val="accent3"/>
                </a:solidFill>
              </a:defRPr>
            </a:lvl2pPr>
            <a:lvl3pPr lvl="2" rtl="0">
              <a:buNone/>
              <a:defRPr sz="1100">
                <a:solidFill>
                  <a:schemeClr val="accent3"/>
                </a:solidFill>
              </a:defRPr>
            </a:lvl3pPr>
            <a:lvl4pPr lvl="3" rtl="0">
              <a:buNone/>
              <a:defRPr sz="1100">
                <a:solidFill>
                  <a:schemeClr val="accent3"/>
                </a:solidFill>
              </a:defRPr>
            </a:lvl4pPr>
            <a:lvl5pPr lvl="4" rtl="0">
              <a:buNone/>
              <a:defRPr sz="1100">
                <a:solidFill>
                  <a:schemeClr val="accent3"/>
                </a:solidFill>
              </a:defRPr>
            </a:lvl5pPr>
            <a:lvl6pPr lvl="5" rtl="0">
              <a:buNone/>
              <a:defRPr sz="1100">
                <a:solidFill>
                  <a:schemeClr val="accent3"/>
                </a:solidFill>
              </a:defRPr>
            </a:lvl6pPr>
            <a:lvl7pPr lvl="6" rtl="0">
              <a:buNone/>
              <a:defRPr sz="1100">
                <a:solidFill>
                  <a:schemeClr val="accent3"/>
                </a:solidFill>
              </a:defRPr>
            </a:lvl7pPr>
            <a:lvl8pPr lvl="7" rtl="0">
              <a:buNone/>
              <a:defRPr sz="1100">
                <a:solidFill>
                  <a:schemeClr val="accent3"/>
                </a:solidFill>
              </a:defRPr>
            </a:lvl8pPr>
            <a:lvl9pPr lvl="8" rtl="0">
              <a:buNone/>
              <a:defRPr sz="1100">
                <a:solidFill>
                  <a:schemeClr val="accent3"/>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Competitive Landscape">
  <p:cSld name="ONE_COLUMN_TEXT">
    <p:bg>
      <p:bgPr>
        <a:solidFill>
          <a:schemeClr val="dk1"/>
        </a:solidFill>
        <a:effectLst/>
      </p:bgPr>
    </p:bg>
    <p:spTree>
      <p:nvGrpSpPr>
        <p:cNvPr id="1" name="Shape 235"/>
        <p:cNvGrpSpPr/>
        <p:nvPr/>
      </p:nvGrpSpPr>
      <p:grpSpPr>
        <a:xfrm>
          <a:off x="0" y="0"/>
          <a:ext cx="0" cy="0"/>
          <a:chOff x="0" y="0"/>
          <a:chExt cx="0" cy="0"/>
        </a:xfrm>
      </p:grpSpPr>
      <p:sp>
        <p:nvSpPr>
          <p:cNvPr id="236" name="Google Shape;236;p41"/>
          <p:cNvSpPr txBox="1">
            <a:spLocks noGrp="1"/>
          </p:cNvSpPr>
          <p:nvPr>
            <p:ph type="body" idx="1"/>
          </p:nvPr>
        </p:nvSpPr>
        <p:spPr>
          <a:xfrm>
            <a:off x="791150" y="738025"/>
            <a:ext cx="3918300" cy="223200"/>
          </a:xfrm>
          <a:prstGeom prst="rect">
            <a:avLst/>
          </a:prstGeom>
        </p:spPr>
        <p:txBody>
          <a:bodyPr spcFirstLastPara="1" wrap="square" lIns="0" tIns="0" rIns="0" bIns="0" anchor="t" anchorCtr="0">
            <a:noAutofit/>
          </a:bodyPr>
          <a:lstStyle>
            <a:lvl1pPr marL="457200" lvl="0" indent="-298450">
              <a:spcBef>
                <a:spcPts val="0"/>
              </a:spcBef>
              <a:spcAft>
                <a:spcPts val="0"/>
              </a:spcAft>
              <a:buSzPts val="1100"/>
              <a:buFont typeface="Barlow"/>
              <a:buChar char="●"/>
              <a:defRPr sz="1100">
                <a:latin typeface="Barlow"/>
                <a:ea typeface="Barlow"/>
                <a:cs typeface="Barlow"/>
                <a:sym typeface="Barlow"/>
              </a:defRPr>
            </a:lvl1pPr>
            <a:lvl2pPr marL="914400" lvl="1" indent="-298450">
              <a:spcBef>
                <a:spcPts val="0"/>
              </a:spcBef>
              <a:spcAft>
                <a:spcPts val="0"/>
              </a:spcAft>
              <a:buSzPts val="1100"/>
              <a:buFont typeface="Barlow"/>
              <a:buChar char="○"/>
              <a:defRPr sz="1100">
                <a:latin typeface="Barlow"/>
                <a:ea typeface="Barlow"/>
                <a:cs typeface="Barlow"/>
                <a:sym typeface="Barlow"/>
              </a:defRPr>
            </a:lvl2pPr>
            <a:lvl3pPr marL="1371600" lvl="2" indent="-298450">
              <a:spcBef>
                <a:spcPts val="0"/>
              </a:spcBef>
              <a:spcAft>
                <a:spcPts val="0"/>
              </a:spcAft>
              <a:buSzPts val="1100"/>
              <a:buFont typeface="Barlow"/>
              <a:buChar char="■"/>
              <a:defRPr sz="1100">
                <a:latin typeface="Barlow"/>
                <a:ea typeface="Barlow"/>
                <a:cs typeface="Barlow"/>
                <a:sym typeface="Barlow"/>
              </a:defRPr>
            </a:lvl3pPr>
            <a:lvl4pPr marL="1828800" lvl="3" indent="-298450">
              <a:spcBef>
                <a:spcPts val="0"/>
              </a:spcBef>
              <a:spcAft>
                <a:spcPts val="0"/>
              </a:spcAft>
              <a:buSzPts val="1100"/>
              <a:buFont typeface="Barlow"/>
              <a:buChar char="●"/>
              <a:defRPr sz="1100">
                <a:latin typeface="Barlow"/>
                <a:ea typeface="Barlow"/>
                <a:cs typeface="Barlow"/>
                <a:sym typeface="Barlow"/>
              </a:defRPr>
            </a:lvl4pPr>
            <a:lvl5pPr marL="2286000" lvl="4" indent="-298450">
              <a:spcBef>
                <a:spcPts val="0"/>
              </a:spcBef>
              <a:spcAft>
                <a:spcPts val="0"/>
              </a:spcAft>
              <a:buSzPts val="1100"/>
              <a:buFont typeface="Barlow"/>
              <a:buChar char="○"/>
              <a:defRPr>
                <a:latin typeface="Barlow"/>
                <a:ea typeface="Barlow"/>
                <a:cs typeface="Barlow"/>
                <a:sym typeface="Barlow"/>
              </a:defRPr>
            </a:lvl5pPr>
            <a:lvl6pPr marL="2743200" lvl="5" indent="-298450">
              <a:spcBef>
                <a:spcPts val="0"/>
              </a:spcBef>
              <a:spcAft>
                <a:spcPts val="0"/>
              </a:spcAft>
              <a:buSzPts val="1100"/>
              <a:buFont typeface="Barlow"/>
              <a:buChar char="■"/>
              <a:defRPr sz="1100">
                <a:latin typeface="Barlow"/>
                <a:ea typeface="Barlow"/>
                <a:cs typeface="Barlow"/>
                <a:sym typeface="Barlow"/>
              </a:defRPr>
            </a:lvl6pPr>
            <a:lvl7pPr marL="3200400" lvl="6" indent="-298450">
              <a:spcBef>
                <a:spcPts val="0"/>
              </a:spcBef>
              <a:spcAft>
                <a:spcPts val="0"/>
              </a:spcAft>
              <a:buSzPts val="1100"/>
              <a:buFont typeface="Barlow"/>
              <a:buChar char="●"/>
              <a:defRPr sz="1100">
                <a:latin typeface="Barlow"/>
                <a:ea typeface="Barlow"/>
                <a:cs typeface="Barlow"/>
                <a:sym typeface="Barlow"/>
              </a:defRPr>
            </a:lvl7pPr>
            <a:lvl8pPr marL="3657600" lvl="7" indent="-298450">
              <a:spcBef>
                <a:spcPts val="0"/>
              </a:spcBef>
              <a:spcAft>
                <a:spcPts val="0"/>
              </a:spcAft>
              <a:buSzPts val="1100"/>
              <a:buFont typeface="Barlow"/>
              <a:buChar char="○"/>
              <a:defRPr sz="1100">
                <a:latin typeface="Barlow"/>
                <a:ea typeface="Barlow"/>
                <a:cs typeface="Barlow"/>
                <a:sym typeface="Barlow"/>
              </a:defRPr>
            </a:lvl8pPr>
            <a:lvl9pPr marL="4114800" lvl="8" indent="-298450">
              <a:spcBef>
                <a:spcPts val="0"/>
              </a:spcBef>
              <a:spcAft>
                <a:spcPts val="0"/>
              </a:spcAft>
              <a:buSzPts val="1100"/>
              <a:buFont typeface="Barlow"/>
              <a:buChar char="■"/>
              <a:defRPr sz="1100">
                <a:latin typeface="Barlow"/>
                <a:ea typeface="Barlow"/>
                <a:cs typeface="Barlow"/>
                <a:sym typeface="Barlow"/>
              </a:defRPr>
            </a:lvl9pPr>
          </a:lstStyle>
          <a:p>
            <a:endParaRPr/>
          </a:p>
        </p:txBody>
      </p:sp>
      <p:sp>
        <p:nvSpPr>
          <p:cNvPr id="237" name="Google Shape;237;p41"/>
          <p:cNvSpPr txBox="1">
            <a:spLocks noGrp="1"/>
          </p:cNvSpPr>
          <p:nvPr>
            <p:ph type="subTitle" idx="2"/>
          </p:nvPr>
        </p:nvSpPr>
        <p:spPr>
          <a:xfrm>
            <a:off x="791150" y="522625"/>
            <a:ext cx="3918300" cy="215400"/>
          </a:xfrm>
          <a:prstGeom prst="rect">
            <a:avLst/>
          </a:prstGeom>
        </p:spPr>
        <p:txBody>
          <a:bodyPr spcFirstLastPara="1" wrap="square" lIns="0" tIns="0" rIns="0" bIns="0" anchor="t" anchorCtr="0">
            <a:noAutofit/>
          </a:bodyPr>
          <a:lstStyle>
            <a:lvl1pPr lvl="0">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1pPr>
            <a:lvl2pPr lvl="1">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2pPr>
            <a:lvl3pPr lvl="2">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3pPr>
            <a:lvl4pPr lvl="3">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4pPr>
            <a:lvl5pPr lvl="4">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5pPr>
            <a:lvl6pPr lvl="5">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6pPr>
            <a:lvl7pPr lvl="6">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7pPr>
            <a:lvl8pPr lvl="7">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8pPr>
            <a:lvl9pPr lvl="8">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9pPr>
          </a:lstStyle>
          <a:p>
            <a:endParaRPr/>
          </a:p>
        </p:txBody>
      </p:sp>
      <p:sp>
        <p:nvSpPr>
          <p:cNvPr id="238" name="Google Shape;238;p41"/>
          <p:cNvSpPr txBox="1">
            <a:spLocks noGrp="1"/>
          </p:cNvSpPr>
          <p:nvPr>
            <p:ph type="sldNum" idx="12"/>
          </p:nvPr>
        </p:nvSpPr>
        <p:spPr>
          <a:xfrm>
            <a:off x="8490529" y="250829"/>
            <a:ext cx="348900" cy="178200"/>
          </a:xfrm>
          <a:prstGeom prst="rect">
            <a:avLst/>
          </a:prstGeom>
        </p:spPr>
        <p:txBody>
          <a:bodyPr spcFirstLastPara="1" wrap="square" lIns="91425" tIns="91425" rIns="91425" bIns="91425" anchor="t" anchorCtr="0">
            <a:noAutofit/>
          </a:bodyPr>
          <a:lstStyle>
            <a:lvl1pPr lvl="0" rtl="0">
              <a:buNone/>
              <a:defRPr sz="1100">
                <a:solidFill>
                  <a:schemeClr val="accent3"/>
                </a:solidFill>
              </a:defRPr>
            </a:lvl1pPr>
            <a:lvl2pPr lvl="1" rtl="0">
              <a:buNone/>
              <a:defRPr sz="1100">
                <a:solidFill>
                  <a:schemeClr val="accent3"/>
                </a:solidFill>
              </a:defRPr>
            </a:lvl2pPr>
            <a:lvl3pPr lvl="2" rtl="0">
              <a:buNone/>
              <a:defRPr sz="1100">
                <a:solidFill>
                  <a:schemeClr val="accent3"/>
                </a:solidFill>
              </a:defRPr>
            </a:lvl3pPr>
            <a:lvl4pPr lvl="3" rtl="0">
              <a:buNone/>
              <a:defRPr sz="1100">
                <a:solidFill>
                  <a:schemeClr val="accent3"/>
                </a:solidFill>
              </a:defRPr>
            </a:lvl4pPr>
            <a:lvl5pPr lvl="4" rtl="0">
              <a:buNone/>
              <a:defRPr sz="1100">
                <a:solidFill>
                  <a:schemeClr val="accent3"/>
                </a:solidFill>
              </a:defRPr>
            </a:lvl5pPr>
            <a:lvl6pPr lvl="5" rtl="0">
              <a:buNone/>
              <a:defRPr sz="1100">
                <a:solidFill>
                  <a:schemeClr val="accent3"/>
                </a:solidFill>
              </a:defRPr>
            </a:lvl6pPr>
            <a:lvl7pPr lvl="6" rtl="0">
              <a:buNone/>
              <a:defRPr sz="1100">
                <a:solidFill>
                  <a:schemeClr val="accent3"/>
                </a:solidFill>
              </a:defRPr>
            </a:lvl7pPr>
            <a:lvl8pPr lvl="7" rtl="0">
              <a:buNone/>
              <a:defRPr sz="1100">
                <a:solidFill>
                  <a:schemeClr val="accent3"/>
                </a:solidFill>
              </a:defRPr>
            </a:lvl8pPr>
            <a:lvl9pPr lvl="8" rtl="0">
              <a:buNone/>
              <a:defRPr sz="1100">
                <a:solidFill>
                  <a:schemeClr val="accent3"/>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Market Trends + Data">
  <p:cSld name="MAIN_POINT">
    <p:bg>
      <p:bgPr>
        <a:solidFill>
          <a:schemeClr val="dk1"/>
        </a:solidFill>
        <a:effectLst/>
      </p:bgPr>
    </p:bg>
    <p:spTree>
      <p:nvGrpSpPr>
        <p:cNvPr id="1" name="Shape 239"/>
        <p:cNvGrpSpPr/>
        <p:nvPr/>
      </p:nvGrpSpPr>
      <p:grpSpPr>
        <a:xfrm>
          <a:off x="0" y="0"/>
          <a:ext cx="0" cy="0"/>
          <a:chOff x="0" y="0"/>
          <a:chExt cx="0" cy="0"/>
        </a:xfrm>
      </p:grpSpPr>
      <p:sp>
        <p:nvSpPr>
          <p:cNvPr id="240" name="Google Shape;240;p42"/>
          <p:cNvSpPr txBox="1">
            <a:spLocks noGrp="1"/>
          </p:cNvSpPr>
          <p:nvPr>
            <p:ph type="subTitle" idx="1"/>
          </p:nvPr>
        </p:nvSpPr>
        <p:spPr>
          <a:xfrm>
            <a:off x="690250" y="415625"/>
            <a:ext cx="1261800" cy="2703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a:latin typeface="Barlow Light"/>
                <a:ea typeface="Barlow Light"/>
                <a:cs typeface="Barlow Light"/>
                <a:sym typeface="Barlow Light"/>
              </a:defRPr>
            </a:lvl1pPr>
            <a:lvl2pPr lvl="1">
              <a:spcBef>
                <a:spcPts val="0"/>
              </a:spcBef>
              <a:spcAft>
                <a:spcPts val="0"/>
              </a:spcAft>
              <a:buSzPts val="1400"/>
              <a:buNone/>
              <a:defRPr>
                <a:latin typeface="Barlow Light"/>
                <a:ea typeface="Barlow Light"/>
                <a:cs typeface="Barlow Light"/>
                <a:sym typeface="Barlow Light"/>
              </a:defRPr>
            </a:lvl2pPr>
            <a:lvl3pPr lvl="2">
              <a:spcBef>
                <a:spcPts val="0"/>
              </a:spcBef>
              <a:spcAft>
                <a:spcPts val="0"/>
              </a:spcAft>
              <a:buSzPts val="1400"/>
              <a:buNone/>
              <a:defRPr>
                <a:latin typeface="Barlow Light"/>
                <a:ea typeface="Barlow Light"/>
                <a:cs typeface="Barlow Light"/>
                <a:sym typeface="Barlow Light"/>
              </a:defRPr>
            </a:lvl3pPr>
            <a:lvl4pPr lvl="3">
              <a:spcBef>
                <a:spcPts val="0"/>
              </a:spcBef>
              <a:spcAft>
                <a:spcPts val="0"/>
              </a:spcAft>
              <a:buSzPts val="1400"/>
              <a:buNone/>
              <a:defRPr>
                <a:latin typeface="Barlow Light"/>
                <a:ea typeface="Barlow Light"/>
                <a:cs typeface="Barlow Light"/>
                <a:sym typeface="Barlow Light"/>
              </a:defRPr>
            </a:lvl4pPr>
            <a:lvl5pPr lvl="4">
              <a:spcBef>
                <a:spcPts val="0"/>
              </a:spcBef>
              <a:spcAft>
                <a:spcPts val="0"/>
              </a:spcAft>
              <a:buSzPts val="1400"/>
              <a:buNone/>
              <a:defRPr>
                <a:latin typeface="Barlow Light"/>
                <a:ea typeface="Barlow Light"/>
                <a:cs typeface="Barlow Light"/>
                <a:sym typeface="Barlow Light"/>
              </a:defRPr>
            </a:lvl5pPr>
            <a:lvl6pPr lvl="5">
              <a:spcBef>
                <a:spcPts val="0"/>
              </a:spcBef>
              <a:spcAft>
                <a:spcPts val="0"/>
              </a:spcAft>
              <a:buSzPts val="1400"/>
              <a:buNone/>
              <a:defRPr>
                <a:latin typeface="Barlow Light"/>
                <a:ea typeface="Barlow Light"/>
                <a:cs typeface="Barlow Light"/>
                <a:sym typeface="Barlow Light"/>
              </a:defRPr>
            </a:lvl6pPr>
            <a:lvl7pPr lvl="6">
              <a:spcBef>
                <a:spcPts val="0"/>
              </a:spcBef>
              <a:spcAft>
                <a:spcPts val="0"/>
              </a:spcAft>
              <a:buSzPts val="1400"/>
              <a:buNone/>
              <a:defRPr>
                <a:latin typeface="Barlow Light"/>
                <a:ea typeface="Barlow Light"/>
                <a:cs typeface="Barlow Light"/>
                <a:sym typeface="Barlow Light"/>
              </a:defRPr>
            </a:lvl7pPr>
            <a:lvl8pPr lvl="7">
              <a:spcBef>
                <a:spcPts val="0"/>
              </a:spcBef>
              <a:spcAft>
                <a:spcPts val="0"/>
              </a:spcAft>
              <a:buSzPts val="1400"/>
              <a:buNone/>
              <a:defRPr>
                <a:latin typeface="Barlow Light"/>
                <a:ea typeface="Barlow Light"/>
                <a:cs typeface="Barlow Light"/>
                <a:sym typeface="Barlow Light"/>
              </a:defRPr>
            </a:lvl8pPr>
            <a:lvl9pPr lvl="8">
              <a:spcBef>
                <a:spcPts val="0"/>
              </a:spcBef>
              <a:spcAft>
                <a:spcPts val="0"/>
              </a:spcAft>
              <a:buSzPts val="1400"/>
              <a:buNone/>
              <a:defRPr>
                <a:latin typeface="Barlow Light"/>
                <a:ea typeface="Barlow Light"/>
                <a:cs typeface="Barlow Light"/>
                <a:sym typeface="Barlow Light"/>
              </a:defRPr>
            </a:lvl9pPr>
          </a:lstStyle>
          <a:p>
            <a:endParaRPr/>
          </a:p>
        </p:txBody>
      </p:sp>
      <p:sp>
        <p:nvSpPr>
          <p:cNvPr id="241" name="Google Shape;241;p42"/>
          <p:cNvSpPr txBox="1">
            <a:spLocks noGrp="1"/>
          </p:cNvSpPr>
          <p:nvPr>
            <p:ph type="subTitle" idx="2"/>
          </p:nvPr>
        </p:nvSpPr>
        <p:spPr>
          <a:xfrm>
            <a:off x="480420" y="290626"/>
            <a:ext cx="3592200" cy="337200"/>
          </a:xfrm>
          <a:prstGeom prst="rect">
            <a:avLst/>
          </a:prstGeom>
        </p:spPr>
        <p:txBody>
          <a:bodyPr spcFirstLastPara="1" wrap="square" lIns="91425" tIns="91425" rIns="91425" bIns="91425" anchor="t" anchorCtr="0">
            <a:noAutofit/>
          </a:bodyPr>
          <a:lstStyle>
            <a:lvl1pPr lvl="0">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1pPr>
            <a:lvl2pPr lvl="1">
              <a:spcBef>
                <a:spcPts val="0"/>
              </a:spcBef>
              <a:spcAft>
                <a:spcPts val="0"/>
              </a:spcAft>
              <a:buSzPts val="1400"/>
              <a:buNone/>
              <a:defRPr>
                <a:latin typeface="Hepta Slab Light"/>
                <a:ea typeface="Hepta Slab Light"/>
                <a:cs typeface="Hepta Slab Light"/>
                <a:sym typeface="Hepta Slab Light"/>
              </a:defRPr>
            </a:lvl2pPr>
            <a:lvl3pPr lvl="2">
              <a:spcBef>
                <a:spcPts val="0"/>
              </a:spcBef>
              <a:spcAft>
                <a:spcPts val="0"/>
              </a:spcAft>
              <a:buSzPts val="1400"/>
              <a:buNone/>
              <a:defRPr>
                <a:latin typeface="Hepta Slab Light"/>
                <a:ea typeface="Hepta Slab Light"/>
                <a:cs typeface="Hepta Slab Light"/>
                <a:sym typeface="Hepta Slab Light"/>
              </a:defRPr>
            </a:lvl3pPr>
            <a:lvl4pPr lvl="3">
              <a:spcBef>
                <a:spcPts val="0"/>
              </a:spcBef>
              <a:spcAft>
                <a:spcPts val="0"/>
              </a:spcAft>
              <a:buSzPts val="1400"/>
              <a:buNone/>
              <a:defRPr>
                <a:latin typeface="Hepta Slab Light"/>
                <a:ea typeface="Hepta Slab Light"/>
                <a:cs typeface="Hepta Slab Light"/>
                <a:sym typeface="Hepta Slab Light"/>
              </a:defRPr>
            </a:lvl4pPr>
            <a:lvl5pPr lvl="4">
              <a:spcBef>
                <a:spcPts val="0"/>
              </a:spcBef>
              <a:spcAft>
                <a:spcPts val="0"/>
              </a:spcAft>
              <a:buSzPts val="1400"/>
              <a:buNone/>
              <a:defRPr>
                <a:latin typeface="Hepta Slab Light"/>
                <a:ea typeface="Hepta Slab Light"/>
                <a:cs typeface="Hepta Slab Light"/>
                <a:sym typeface="Hepta Slab Light"/>
              </a:defRPr>
            </a:lvl5pPr>
            <a:lvl6pPr lvl="5">
              <a:spcBef>
                <a:spcPts val="0"/>
              </a:spcBef>
              <a:spcAft>
                <a:spcPts val="0"/>
              </a:spcAft>
              <a:buSzPts val="1400"/>
              <a:buNone/>
              <a:defRPr>
                <a:latin typeface="Hepta Slab Light"/>
                <a:ea typeface="Hepta Slab Light"/>
                <a:cs typeface="Hepta Slab Light"/>
                <a:sym typeface="Hepta Slab Light"/>
              </a:defRPr>
            </a:lvl6pPr>
            <a:lvl7pPr lvl="6">
              <a:spcBef>
                <a:spcPts val="0"/>
              </a:spcBef>
              <a:spcAft>
                <a:spcPts val="0"/>
              </a:spcAft>
              <a:buSzPts val="1400"/>
              <a:buNone/>
              <a:defRPr>
                <a:latin typeface="Hepta Slab Light"/>
                <a:ea typeface="Hepta Slab Light"/>
                <a:cs typeface="Hepta Slab Light"/>
                <a:sym typeface="Hepta Slab Light"/>
              </a:defRPr>
            </a:lvl7pPr>
            <a:lvl8pPr lvl="7">
              <a:spcBef>
                <a:spcPts val="0"/>
              </a:spcBef>
              <a:spcAft>
                <a:spcPts val="0"/>
              </a:spcAft>
              <a:buSzPts val="1400"/>
              <a:buNone/>
              <a:defRPr>
                <a:latin typeface="Hepta Slab Light"/>
                <a:ea typeface="Hepta Slab Light"/>
                <a:cs typeface="Hepta Slab Light"/>
                <a:sym typeface="Hepta Slab Light"/>
              </a:defRPr>
            </a:lvl8pPr>
            <a:lvl9pPr lvl="8">
              <a:spcBef>
                <a:spcPts val="0"/>
              </a:spcBef>
              <a:spcAft>
                <a:spcPts val="0"/>
              </a:spcAft>
              <a:buSzPts val="1400"/>
              <a:buNone/>
              <a:defRPr>
                <a:latin typeface="Hepta Slab Light"/>
                <a:ea typeface="Hepta Slab Light"/>
                <a:cs typeface="Hepta Slab Light"/>
                <a:sym typeface="Hepta Slab Light"/>
              </a:defRPr>
            </a:lvl9pPr>
          </a:lstStyle>
          <a:p>
            <a:endParaRPr/>
          </a:p>
        </p:txBody>
      </p:sp>
      <p:sp>
        <p:nvSpPr>
          <p:cNvPr id="242" name="Google Shape;242;p42"/>
          <p:cNvSpPr txBox="1">
            <a:spLocks noGrp="1"/>
          </p:cNvSpPr>
          <p:nvPr>
            <p:ph type="body" idx="3"/>
          </p:nvPr>
        </p:nvSpPr>
        <p:spPr>
          <a:xfrm>
            <a:off x="480425" y="534275"/>
            <a:ext cx="4878300" cy="1917600"/>
          </a:xfrm>
          <a:prstGeom prst="rect">
            <a:avLst/>
          </a:prstGeom>
        </p:spPr>
        <p:txBody>
          <a:bodyPr spcFirstLastPara="1" wrap="square" lIns="91425" tIns="91425" rIns="91425" bIns="91425" anchor="t" anchorCtr="0">
            <a:noAutofit/>
          </a:bodyPr>
          <a:lstStyle>
            <a:lvl1pPr marL="457200" lvl="0"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marL="914400" lvl="1"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marL="1371600" lvl="2"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marL="1828800" lvl="3"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marL="2286000" lvl="4" indent="-298450">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marL="2743200" lvl="5"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marL="3200400" lvl="6"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marL="3657600" lvl="7"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marL="4114800" lvl="8"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a:endParaRPr/>
          </a:p>
        </p:txBody>
      </p:sp>
      <p:sp>
        <p:nvSpPr>
          <p:cNvPr id="243" name="Google Shape;243;p42"/>
          <p:cNvSpPr txBox="1">
            <a:spLocks noGrp="1"/>
          </p:cNvSpPr>
          <p:nvPr>
            <p:ph type="sldNum" idx="12"/>
          </p:nvPr>
        </p:nvSpPr>
        <p:spPr>
          <a:xfrm>
            <a:off x="8490529" y="250829"/>
            <a:ext cx="348900" cy="178200"/>
          </a:xfrm>
          <a:prstGeom prst="rect">
            <a:avLst/>
          </a:prstGeom>
        </p:spPr>
        <p:txBody>
          <a:bodyPr spcFirstLastPara="1" wrap="square" lIns="91425" tIns="91425" rIns="91425" bIns="91425" anchor="t" anchorCtr="0">
            <a:noAutofit/>
          </a:bodyPr>
          <a:lstStyle>
            <a:lvl1pPr lvl="0" rtl="0">
              <a:buNone/>
              <a:defRPr sz="1100">
                <a:solidFill>
                  <a:schemeClr val="accent3"/>
                </a:solidFill>
                <a:latin typeface="Barlow"/>
                <a:ea typeface="Barlow"/>
                <a:cs typeface="Barlow"/>
                <a:sym typeface="Barlow"/>
              </a:defRPr>
            </a:lvl1pPr>
            <a:lvl2pPr lvl="1" rtl="0">
              <a:buNone/>
              <a:defRPr sz="1100">
                <a:solidFill>
                  <a:schemeClr val="accent3"/>
                </a:solidFill>
                <a:latin typeface="Barlow"/>
                <a:ea typeface="Barlow"/>
                <a:cs typeface="Barlow"/>
                <a:sym typeface="Barlow"/>
              </a:defRPr>
            </a:lvl2pPr>
            <a:lvl3pPr lvl="2" rtl="0">
              <a:buNone/>
              <a:defRPr sz="1100">
                <a:solidFill>
                  <a:schemeClr val="accent3"/>
                </a:solidFill>
                <a:latin typeface="Barlow"/>
                <a:ea typeface="Barlow"/>
                <a:cs typeface="Barlow"/>
                <a:sym typeface="Barlow"/>
              </a:defRPr>
            </a:lvl3pPr>
            <a:lvl4pPr lvl="3" rtl="0">
              <a:buNone/>
              <a:defRPr sz="1100">
                <a:solidFill>
                  <a:schemeClr val="accent3"/>
                </a:solidFill>
                <a:latin typeface="Barlow"/>
                <a:ea typeface="Barlow"/>
                <a:cs typeface="Barlow"/>
                <a:sym typeface="Barlow"/>
              </a:defRPr>
            </a:lvl4pPr>
            <a:lvl5pPr lvl="4" rtl="0">
              <a:buNone/>
              <a:defRPr sz="1100">
                <a:solidFill>
                  <a:schemeClr val="accent3"/>
                </a:solidFill>
                <a:latin typeface="Barlow"/>
                <a:ea typeface="Barlow"/>
                <a:cs typeface="Barlow"/>
                <a:sym typeface="Barlow"/>
              </a:defRPr>
            </a:lvl5pPr>
            <a:lvl6pPr lvl="5" rtl="0">
              <a:buNone/>
              <a:defRPr sz="1100">
                <a:solidFill>
                  <a:schemeClr val="accent3"/>
                </a:solidFill>
                <a:latin typeface="Barlow"/>
                <a:ea typeface="Barlow"/>
                <a:cs typeface="Barlow"/>
                <a:sym typeface="Barlow"/>
              </a:defRPr>
            </a:lvl6pPr>
            <a:lvl7pPr lvl="6" rtl="0">
              <a:buNone/>
              <a:defRPr sz="1100">
                <a:solidFill>
                  <a:schemeClr val="accent3"/>
                </a:solidFill>
                <a:latin typeface="Barlow"/>
                <a:ea typeface="Barlow"/>
                <a:cs typeface="Barlow"/>
                <a:sym typeface="Barlow"/>
              </a:defRPr>
            </a:lvl7pPr>
            <a:lvl8pPr lvl="7" rtl="0">
              <a:buNone/>
              <a:defRPr sz="1100">
                <a:solidFill>
                  <a:schemeClr val="accent3"/>
                </a:solidFill>
                <a:latin typeface="Barlow"/>
                <a:ea typeface="Barlow"/>
                <a:cs typeface="Barlow"/>
                <a:sym typeface="Barlow"/>
              </a:defRPr>
            </a:lvl8pPr>
            <a:lvl9pPr lvl="8" rtl="0">
              <a:buNone/>
              <a:defRPr sz="1100">
                <a:solidFill>
                  <a:schemeClr val="accent3"/>
                </a:solidFill>
                <a:latin typeface="Barlow"/>
                <a:ea typeface="Barlow"/>
                <a:cs typeface="Barlow"/>
                <a:sym typeface="Barlow"/>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xmlns:p15="http://schemas.microsoft.com/office/powerpoint/2012/main">
        <p15:guide id="1" pos="360">
          <p15:clr>
            <a:srgbClr val="E46962"/>
          </p15:clr>
        </p15:guide>
        <p15:guide id="2" orient="horz" pos="347">
          <p15:clr>
            <a:srgbClr val="E46962"/>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SWOT Analysis">
  <p:cSld name="CUSTOM_14">
    <p:bg>
      <p:bgPr>
        <a:solidFill>
          <a:schemeClr val="dk1"/>
        </a:solidFill>
        <a:effectLst/>
      </p:bgPr>
    </p:bg>
    <p:spTree>
      <p:nvGrpSpPr>
        <p:cNvPr id="1" name="Shape 244"/>
        <p:cNvGrpSpPr/>
        <p:nvPr/>
      </p:nvGrpSpPr>
      <p:grpSpPr>
        <a:xfrm>
          <a:off x="0" y="0"/>
          <a:ext cx="0" cy="0"/>
          <a:chOff x="0" y="0"/>
          <a:chExt cx="0" cy="0"/>
        </a:xfrm>
      </p:grpSpPr>
      <p:sp>
        <p:nvSpPr>
          <p:cNvPr id="245" name="Google Shape;245;p43"/>
          <p:cNvSpPr txBox="1">
            <a:spLocks noGrp="1"/>
          </p:cNvSpPr>
          <p:nvPr>
            <p:ph type="title"/>
          </p:nvPr>
        </p:nvSpPr>
        <p:spPr>
          <a:xfrm>
            <a:off x="723861" y="1584738"/>
            <a:ext cx="2670600" cy="3153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1pPr>
            <a:lvl2pPr lvl="1">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2pPr>
            <a:lvl3pPr lvl="2">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3pPr>
            <a:lvl4pPr lvl="3">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4pPr>
            <a:lvl5pPr lvl="4">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5pPr>
            <a:lvl6pPr lvl="5">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6pPr>
            <a:lvl7pPr lvl="6">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7pPr>
            <a:lvl8pPr lvl="7">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8pPr>
            <a:lvl9pPr lvl="8">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9pPr>
          </a:lstStyle>
          <a:p>
            <a:endParaRPr/>
          </a:p>
        </p:txBody>
      </p:sp>
      <p:sp>
        <p:nvSpPr>
          <p:cNvPr id="246" name="Google Shape;246;p43"/>
          <p:cNvSpPr txBox="1">
            <a:spLocks noGrp="1"/>
          </p:cNvSpPr>
          <p:nvPr>
            <p:ph type="title" idx="2"/>
          </p:nvPr>
        </p:nvSpPr>
        <p:spPr>
          <a:xfrm>
            <a:off x="723861" y="2390981"/>
            <a:ext cx="2670600" cy="3153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1pPr>
            <a:lvl2pPr lvl="1">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2pPr>
            <a:lvl3pPr lvl="2">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3pPr>
            <a:lvl4pPr lvl="3">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4pPr>
            <a:lvl5pPr lvl="4">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5pPr>
            <a:lvl6pPr lvl="5">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6pPr>
            <a:lvl7pPr lvl="6">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7pPr>
            <a:lvl8pPr lvl="7">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8pPr>
            <a:lvl9pPr lvl="8">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9pPr>
          </a:lstStyle>
          <a:p>
            <a:endParaRPr/>
          </a:p>
        </p:txBody>
      </p:sp>
      <p:sp>
        <p:nvSpPr>
          <p:cNvPr id="247" name="Google Shape;247;p43"/>
          <p:cNvSpPr txBox="1">
            <a:spLocks noGrp="1"/>
          </p:cNvSpPr>
          <p:nvPr>
            <p:ph type="title" idx="3"/>
          </p:nvPr>
        </p:nvSpPr>
        <p:spPr>
          <a:xfrm>
            <a:off x="723861" y="3157931"/>
            <a:ext cx="2670600" cy="3153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1pPr>
            <a:lvl2pPr lvl="1">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2pPr>
            <a:lvl3pPr lvl="2">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3pPr>
            <a:lvl4pPr lvl="3">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4pPr>
            <a:lvl5pPr lvl="4">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5pPr>
            <a:lvl6pPr lvl="5">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6pPr>
            <a:lvl7pPr lvl="6">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7pPr>
            <a:lvl8pPr lvl="7">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8pPr>
            <a:lvl9pPr lvl="8">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9pPr>
          </a:lstStyle>
          <a:p>
            <a:endParaRPr/>
          </a:p>
        </p:txBody>
      </p:sp>
      <p:sp>
        <p:nvSpPr>
          <p:cNvPr id="248" name="Google Shape;248;p43"/>
          <p:cNvSpPr txBox="1">
            <a:spLocks noGrp="1"/>
          </p:cNvSpPr>
          <p:nvPr>
            <p:ph type="title" idx="4"/>
          </p:nvPr>
        </p:nvSpPr>
        <p:spPr>
          <a:xfrm>
            <a:off x="723861" y="3954905"/>
            <a:ext cx="2670600" cy="3153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1pPr>
            <a:lvl2pPr lvl="1">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2pPr>
            <a:lvl3pPr lvl="2">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3pPr>
            <a:lvl4pPr lvl="3">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4pPr>
            <a:lvl5pPr lvl="4">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5pPr>
            <a:lvl6pPr lvl="5">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6pPr>
            <a:lvl7pPr lvl="6">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7pPr>
            <a:lvl8pPr lvl="7">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8pPr>
            <a:lvl9pPr lvl="8">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9pPr>
          </a:lstStyle>
          <a:p>
            <a:endParaRPr/>
          </a:p>
        </p:txBody>
      </p:sp>
      <p:sp>
        <p:nvSpPr>
          <p:cNvPr id="249" name="Google Shape;249;p43"/>
          <p:cNvSpPr txBox="1">
            <a:spLocks noGrp="1"/>
          </p:cNvSpPr>
          <p:nvPr>
            <p:ph type="subTitle" idx="1"/>
          </p:nvPr>
        </p:nvSpPr>
        <p:spPr>
          <a:xfrm>
            <a:off x="480420" y="290626"/>
            <a:ext cx="3592200" cy="337200"/>
          </a:xfrm>
          <a:prstGeom prst="rect">
            <a:avLst/>
          </a:prstGeom>
        </p:spPr>
        <p:txBody>
          <a:bodyPr spcFirstLastPara="1" wrap="square" lIns="91425" tIns="91425" rIns="91425" bIns="91425" anchor="t" anchorCtr="0">
            <a:noAutofit/>
          </a:bodyPr>
          <a:lstStyle>
            <a:lvl1pPr lvl="0">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1pPr>
            <a:lvl2pPr lvl="1">
              <a:spcBef>
                <a:spcPts val="0"/>
              </a:spcBef>
              <a:spcAft>
                <a:spcPts val="0"/>
              </a:spcAft>
              <a:buSzPts val="1400"/>
              <a:buNone/>
              <a:defRPr>
                <a:latin typeface="Barlow Light"/>
                <a:ea typeface="Barlow Light"/>
                <a:cs typeface="Barlow Light"/>
                <a:sym typeface="Barlow Light"/>
              </a:defRPr>
            </a:lvl2pPr>
            <a:lvl3pPr lvl="2">
              <a:spcBef>
                <a:spcPts val="0"/>
              </a:spcBef>
              <a:spcAft>
                <a:spcPts val="0"/>
              </a:spcAft>
              <a:buSzPts val="1400"/>
              <a:buNone/>
              <a:defRPr>
                <a:latin typeface="Barlow Light"/>
                <a:ea typeface="Barlow Light"/>
                <a:cs typeface="Barlow Light"/>
                <a:sym typeface="Barlow Light"/>
              </a:defRPr>
            </a:lvl3pPr>
            <a:lvl4pPr lvl="3">
              <a:spcBef>
                <a:spcPts val="0"/>
              </a:spcBef>
              <a:spcAft>
                <a:spcPts val="0"/>
              </a:spcAft>
              <a:buSzPts val="1400"/>
              <a:buNone/>
              <a:defRPr>
                <a:latin typeface="Barlow Light"/>
                <a:ea typeface="Barlow Light"/>
                <a:cs typeface="Barlow Light"/>
                <a:sym typeface="Barlow Light"/>
              </a:defRPr>
            </a:lvl4pPr>
            <a:lvl5pPr lvl="4">
              <a:spcBef>
                <a:spcPts val="0"/>
              </a:spcBef>
              <a:spcAft>
                <a:spcPts val="0"/>
              </a:spcAft>
              <a:buSzPts val="1400"/>
              <a:buNone/>
              <a:defRPr>
                <a:latin typeface="Barlow Light"/>
                <a:ea typeface="Barlow Light"/>
                <a:cs typeface="Barlow Light"/>
                <a:sym typeface="Barlow Light"/>
              </a:defRPr>
            </a:lvl5pPr>
            <a:lvl6pPr lvl="5">
              <a:spcBef>
                <a:spcPts val="0"/>
              </a:spcBef>
              <a:spcAft>
                <a:spcPts val="0"/>
              </a:spcAft>
              <a:buSzPts val="1400"/>
              <a:buNone/>
              <a:defRPr>
                <a:latin typeface="Barlow Light"/>
                <a:ea typeface="Barlow Light"/>
                <a:cs typeface="Barlow Light"/>
                <a:sym typeface="Barlow Light"/>
              </a:defRPr>
            </a:lvl6pPr>
            <a:lvl7pPr lvl="6">
              <a:spcBef>
                <a:spcPts val="0"/>
              </a:spcBef>
              <a:spcAft>
                <a:spcPts val="0"/>
              </a:spcAft>
              <a:buSzPts val="1400"/>
              <a:buNone/>
              <a:defRPr>
                <a:latin typeface="Barlow Light"/>
                <a:ea typeface="Barlow Light"/>
                <a:cs typeface="Barlow Light"/>
                <a:sym typeface="Barlow Light"/>
              </a:defRPr>
            </a:lvl7pPr>
            <a:lvl8pPr lvl="7">
              <a:spcBef>
                <a:spcPts val="0"/>
              </a:spcBef>
              <a:spcAft>
                <a:spcPts val="0"/>
              </a:spcAft>
              <a:buSzPts val="1400"/>
              <a:buNone/>
              <a:defRPr>
                <a:latin typeface="Barlow Light"/>
                <a:ea typeface="Barlow Light"/>
                <a:cs typeface="Barlow Light"/>
                <a:sym typeface="Barlow Light"/>
              </a:defRPr>
            </a:lvl8pPr>
            <a:lvl9pPr lvl="8">
              <a:spcBef>
                <a:spcPts val="0"/>
              </a:spcBef>
              <a:spcAft>
                <a:spcPts val="0"/>
              </a:spcAft>
              <a:buSzPts val="1400"/>
              <a:buNone/>
              <a:defRPr>
                <a:latin typeface="Barlow Light"/>
                <a:ea typeface="Barlow Light"/>
                <a:cs typeface="Barlow Light"/>
                <a:sym typeface="Barlow Light"/>
              </a:defRPr>
            </a:lvl9pPr>
          </a:lstStyle>
          <a:p>
            <a:endParaRPr/>
          </a:p>
        </p:txBody>
      </p:sp>
      <p:sp>
        <p:nvSpPr>
          <p:cNvPr id="250" name="Google Shape;250;p43"/>
          <p:cNvSpPr txBox="1">
            <a:spLocks noGrp="1"/>
          </p:cNvSpPr>
          <p:nvPr>
            <p:ph type="body" idx="5"/>
          </p:nvPr>
        </p:nvSpPr>
        <p:spPr>
          <a:xfrm>
            <a:off x="480425" y="610475"/>
            <a:ext cx="4878300" cy="376800"/>
          </a:xfrm>
          <a:prstGeom prst="rect">
            <a:avLst/>
          </a:prstGeom>
        </p:spPr>
        <p:txBody>
          <a:bodyPr spcFirstLastPara="1" wrap="square" lIns="91425" tIns="91425" rIns="91425" bIns="91425" anchor="t" anchorCtr="0">
            <a:noAutofit/>
          </a:bodyPr>
          <a:lstStyle>
            <a:lvl1pPr marL="457200" lvl="0"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marL="914400" lvl="1" indent="-317500">
              <a:spcBef>
                <a:spcPts val="0"/>
              </a:spcBef>
              <a:spcAft>
                <a:spcPts val="0"/>
              </a:spcAft>
              <a:buClr>
                <a:schemeClr val="lt1"/>
              </a:buClr>
              <a:buSzPts val="1400"/>
              <a:buFont typeface="Barlow"/>
              <a:buChar char="○"/>
              <a:defRPr>
                <a:solidFill>
                  <a:schemeClr val="lt1"/>
                </a:solidFill>
                <a:latin typeface="Barlow"/>
                <a:ea typeface="Barlow"/>
                <a:cs typeface="Barlow"/>
                <a:sym typeface="Barlow"/>
              </a:defRPr>
            </a:lvl2pPr>
            <a:lvl3pPr marL="1371600" lvl="2" indent="-311150">
              <a:spcBef>
                <a:spcPts val="0"/>
              </a:spcBef>
              <a:spcAft>
                <a:spcPts val="0"/>
              </a:spcAft>
              <a:buClr>
                <a:schemeClr val="lt1"/>
              </a:buClr>
              <a:buSzPts val="1300"/>
              <a:buFont typeface="Barlow"/>
              <a:buChar char="■"/>
              <a:defRPr>
                <a:solidFill>
                  <a:schemeClr val="lt1"/>
                </a:solidFill>
                <a:latin typeface="Barlow"/>
                <a:ea typeface="Barlow"/>
                <a:cs typeface="Barlow"/>
                <a:sym typeface="Barlow"/>
              </a:defRPr>
            </a:lvl3pPr>
            <a:lvl4pPr marL="1828800" lvl="3" indent="-304800">
              <a:spcBef>
                <a:spcPts val="0"/>
              </a:spcBef>
              <a:spcAft>
                <a:spcPts val="0"/>
              </a:spcAft>
              <a:buClr>
                <a:schemeClr val="lt1"/>
              </a:buClr>
              <a:buSzPts val="1200"/>
              <a:buFont typeface="Barlow"/>
              <a:buChar char="●"/>
              <a:defRPr>
                <a:solidFill>
                  <a:schemeClr val="lt1"/>
                </a:solidFill>
                <a:latin typeface="Barlow"/>
                <a:ea typeface="Barlow"/>
                <a:cs typeface="Barlow"/>
                <a:sym typeface="Barlow"/>
              </a:defRPr>
            </a:lvl4pPr>
            <a:lvl5pPr marL="2286000" lvl="4" indent="-298450">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marL="2743200" lvl="5" indent="-292100">
              <a:spcBef>
                <a:spcPts val="0"/>
              </a:spcBef>
              <a:spcAft>
                <a:spcPts val="0"/>
              </a:spcAft>
              <a:buClr>
                <a:schemeClr val="lt1"/>
              </a:buClr>
              <a:buSzPts val="1000"/>
              <a:buFont typeface="Barlow"/>
              <a:buChar char="■"/>
              <a:defRPr>
                <a:solidFill>
                  <a:schemeClr val="lt1"/>
                </a:solidFill>
                <a:latin typeface="Barlow"/>
                <a:ea typeface="Barlow"/>
                <a:cs typeface="Barlow"/>
                <a:sym typeface="Barlow"/>
              </a:defRPr>
            </a:lvl6pPr>
            <a:lvl7pPr marL="3200400" lvl="6" indent="-285750">
              <a:spcBef>
                <a:spcPts val="0"/>
              </a:spcBef>
              <a:spcAft>
                <a:spcPts val="0"/>
              </a:spcAft>
              <a:buClr>
                <a:schemeClr val="lt1"/>
              </a:buClr>
              <a:buSzPts val="900"/>
              <a:buFont typeface="Barlow"/>
              <a:buChar char="●"/>
              <a:defRPr>
                <a:solidFill>
                  <a:schemeClr val="lt1"/>
                </a:solidFill>
                <a:latin typeface="Barlow"/>
                <a:ea typeface="Barlow"/>
                <a:cs typeface="Barlow"/>
                <a:sym typeface="Barlow"/>
              </a:defRPr>
            </a:lvl7pPr>
            <a:lvl8pPr marL="3657600" lvl="7" indent="-279400">
              <a:spcBef>
                <a:spcPts val="0"/>
              </a:spcBef>
              <a:spcAft>
                <a:spcPts val="0"/>
              </a:spcAft>
              <a:buClr>
                <a:schemeClr val="lt1"/>
              </a:buClr>
              <a:buSzPts val="800"/>
              <a:buFont typeface="Barlow"/>
              <a:buChar char="○"/>
              <a:defRPr>
                <a:solidFill>
                  <a:schemeClr val="lt1"/>
                </a:solidFill>
                <a:latin typeface="Barlow"/>
                <a:ea typeface="Barlow"/>
                <a:cs typeface="Barlow"/>
                <a:sym typeface="Barlow"/>
              </a:defRPr>
            </a:lvl8pPr>
            <a:lvl9pPr marL="4114800" lvl="8" indent="-273050">
              <a:spcBef>
                <a:spcPts val="0"/>
              </a:spcBef>
              <a:spcAft>
                <a:spcPts val="0"/>
              </a:spcAft>
              <a:buClr>
                <a:schemeClr val="lt1"/>
              </a:buClr>
              <a:buSzPts val="700"/>
              <a:buFont typeface="Barlow"/>
              <a:buChar char="■"/>
              <a:defRPr>
                <a:solidFill>
                  <a:schemeClr val="lt1"/>
                </a:solidFill>
                <a:latin typeface="Barlow"/>
                <a:ea typeface="Barlow"/>
                <a:cs typeface="Barlow"/>
                <a:sym typeface="Barlow"/>
              </a:defRPr>
            </a:lvl9pPr>
          </a:lstStyle>
          <a:p>
            <a:endParaRPr/>
          </a:p>
        </p:txBody>
      </p:sp>
      <p:sp>
        <p:nvSpPr>
          <p:cNvPr id="251" name="Google Shape;251;p43"/>
          <p:cNvSpPr txBox="1">
            <a:spLocks noGrp="1"/>
          </p:cNvSpPr>
          <p:nvPr>
            <p:ph type="sldNum" idx="12"/>
          </p:nvPr>
        </p:nvSpPr>
        <p:spPr>
          <a:xfrm>
            <a:off x="8490529" y="250829"/>
            <a:ext cx="348900" cy="178200"/>
          </a:xfrm>
          <a:prstGeom prst="rect">
            <a:avLst/>
          </a:prstGeom>
        </p:spPr>
        <p:txBody>
          <a:bodyPr spcFirstLastPara="1" wrap="square" lIns="91425" tIns="91425" rIns="91425" bIns="91425" anchor="t" anchorCtr="0">
            <a:noAutofit/>
          </a:bodyPr>
          <a:lstStyle>
            <a:lvl1pPr lvl="0" rtl="0">
              <a:buNone/>
              <a:defRPr sz="1100">
                <a:solidFill>
                  <a:schemeClr val="accent3"/>
                </a:solidFill>
              </a:defRPr>
            </a:lvl1pPr>
            <a:lvl2pPr lvl="1" rtl="0">
              <a:buNone/>
              <a:defRPr sz="1100">
                <a:solidFill>
                  <a:schemeClr val="accent3"/>
                </a:solidFill>
              </a:defRPr>
            </a:lvl2pPr>
            <a:lvl3pPr lvl="2" rtl="0">
              <a:buNone/>
              <a:defRPr sz="1100">
                <a:solidFill>
                  <a:schemeClr val="accent3"/>
                </a:solidFill>
              </a:defRPr>
            </a:lvl3pPr>
            <a:lvl4pPr lvl="3" rtl="0">
              <a:buNone/>
              <a:defRPr sz="1100">
                <a:solidFill>
                  <a:schemeClr val="accent3"/>
                </a:solidFill>
              </a:defRPr>
            </a:lvl4pPr>
            <a:lvl5pPr lvl="4" rtl="0">
              <a:buNone/>
              <a:defRPr sz="1100">
                <a:solidFill>
                  <a:schemeClr val="accent3"/>
                </a:solidFill>
              </a:defRPr>
            </a:lvl5pPr>
            <a:lvl6pPr lvl="5" rtl="0">
              <a:buNone/>
              <a:defRPr sz="1100">
                <a:solidFill>
                  <a:schemeClr val="accent3"/>
                </a:solidFill>
              </a:defRPr>
            </a:lvl6pPr>
            <a:lvl7pPr lvl="6" rtl="0">
              <a:buNone/>
              <a:defRPr sz="1100">
                <a:solidFill>
                  <a:schemeClr val="accent3"/>
                </a:solidFill>
              </a:defRPr>
            </a:lvl7pPr>
            <a:lvl8pPr lvl="7" rtl="0">
              <a:buNone/>
              <a:defRPr sz="1100">
                <a:solidFill>
                  <a:schemeClr val="accent3"/>
                </a:solidFill>
              </a:defRPr>
            </a:lvl8pPr>
            <a:lvl9pPr lvl="8" rtl="0">
              <a:buNone/>
              <a:defRPr sz="1100">
                <a:solidFill>
                  <a:schemeClr val="accent3"/>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Closing / Thank You">
  <p:cSld name="CUSTOM_13">
    <p:bg>
      <p:bgPr>
        <a:solidFill>
          <a:schemeClr val="lt1"/>
        </a:solidFill>
        <a:effectLst/>
      </p:bgPr>
    </p:bg>
    <p:spTree>
      <p:nvGrpSpPr>
        <p:cNvPr id="1" name="Shape 252"/>
        <p:cNvGrpSpPr/>
        <p:nvPr/>
      </p:nvGrpSpPr>
      <p:grpSpPr>
        <a:xfrm>
          <a:off x="0" y="0"/>
          <a:ext cx="0" cy="0"/>
          <a:chOff x="0" y="0"/>
          <a:chExt cx="0" cy="0"/>
        </a:xfrm>
      </p:grpSpPr>
      <p:sp>
        <p:nvSpPr>
          <p:cNvPr id="253" name="Google Shape;253;p44"/>
          <p:cNvSpPr txBox="1">
            <a:spLocks noGrp="1"/>
          </p:cNvSpPr>
          <p:nvPr>
            <p:ph type="title"/>
          </p:nvPr>
        </p:nvSpPr>
        <p:spPr>
          <a:xfrm>
            <a:off x="455221" y="1321125"/>
            <a:ext cx="5094600" cy="1749900"/>
          </a:xfrm>
          <a:prstGeom prst="rect">
            <a:avLst/>
          </a:prstGeom>
          <a:noFill/>
        </p:spPr>
        <p:txBody>
          <a:bodyPr spcFirstLastPara="1" wrap="square" lIns="91425" tIns="91425" rIns="91425" bIns="91425" anchor="t" anchorCtr="0">
            <a:noAutofit/>
          </a:bodyPr>
          <a:lstStyle>
            <a:lvl1pPr lvl="0">
              <a:spcBef>
                <a:spcPts val="0"/>
              </a:spcBef>
              <a:spcAft>
                <a:spcPts val="0"/>
              </a:spcAft>
              <a:buSzPts val="5400"/>
              <a:buNone/>
              <a:defRPr sz="5400"/>
            </a:lvl1pPr>
            <a:lvl2pPr lvl="1">
              <a:spcBef>
                <a:spcPts val="0"/>
              </a:spcBef>
              <a:spcAft>
                <a:spcPts val="0"/>
              </a:spcAft>
              <a:buClr>
                <a:schemeClr val="dk1"/>
              </a:buClr>
              <a:buSzPts val="1400"/>
              <a:buNone/>
              <a:defRPr>
                <a:solidFill>
                  <a:schemeClr val="dk1"/>
                </a:solidFill>
                <a:latin typeface="Barlow Light"/>
                <a:ea typeface="Barlow Light"/>
                <a:cs typeface="Barlow Light"/>
                <a:sym typeface="Barlow Light"/>
              </a:defRPr>
            </a:lvl2pPr>
            <a:lvl3pPr lvl="2">
              <a:spcBef>
                <a:spcPts val="0"/>
              </a:spcBef>
              <a:spcAft>
                <a:spcPts val="0"/>
              </a:spcAft>
              <a:buClr>
                <a:schemeClr val="dk1"/>
              </a:buClr>
              <a:buSzPts val="1400"/>
              <a:buNone/>
              <a:defRPr>
                <a:solidFill>
                  <a:schemeClr val="dk1"/>
                </a:solidFill>
                <a:latin typeface="Barlow Light"/>
                <a:ea typeface="Barlow Light"/>
                <a:cs typeface="Barlow Light"/>
                <a:sym typeface="Barlow Light"/>
              </a:defRPr>
            </a:lvl3pPr>
            <a:lvl4pPr lvl="3">
              <a:spcBef>
                <a:spcPts val="0"/>
              </a:spcBef>
              <a:spcAft>
                <a:spcPts val="0"/>
              </a:spcAft>
              <a:buClr>
                <a:schemeClr val="dk1"/>
              </a:buClr>
              <a:buSzPts val="1400"/>
              <a:buNone/>
              <a:defRPr>
                <a:solidFill>
                  <a:schemeClr val="dk1"/>
                </a:solidFill>
                <a:latin typeface="Barlow Light"/>
                <a:ea typeface="Barlow Light"/>
                <a:cs typeface="Barlow Light"/>
                <a:sym typeface="Barlow Light"/>
              </a:defRPr>
            </a:lvl4pPr>
            <a:lvl5pPr lvl="4">
              <a:spcBef>
                <a:spcPts val="0"/>
              </a:spcBef>
              <a:spcAft>
                <a:spcPts val="0"/>
              </a:spcAft>
              <a:buClr>
                <a:schemeClr val="dk1"/>
              </a:buClr>
              <a:buSzPts val="1400"/>
              <a:buNone/>
              <a:defRPr>
                <a:solidFill>
                  <a:schemeClr val="dk1"/>
                </a:solidFill>
                <a:latin typeface="Barlow Light"/>
                <a:ea typeface="Barlow Light"/>
                <a:cs typeface="Barlow Light"/>
                <a:sym typeface="Barlow Light"/>
              </a:defRPr>
            </a:lvl5pPr>
            <a:lvl6pPr lvl="5">
              <a:spcBef>
                <a:spcPts val="0"/>
              </a:spcBef>
              <a:spcAft>
                <a:spcPts val="0"/>
              </a:spcAft>
              <a:buClr>
                <a:schemeClr val="dk1"/>
              </a:buClr>
              <a:buSzPts val="1400"/>
              <a:buNone/>
              <a:defRPr>
                <a:solidFill>
                  <a:schemeClr val="dk1"/>
                </a:solidFill>
                <a:latin typeface="Barlow Light"/>
                <a:ea typeface="Barlow Light"/>
                <a:cs typeface="Barlow Light"/>
                <a:sym typeface="Barlow Light"/>
              </a:defRPr>
            </a:lvl6pPr>
            <a:lvl7pPr lvl="6">
              <a:spcBef>
                <a:spcPts val="0"/>
              </a:spcBef>
              <a:spcAft>
                <a:spcPts val="0"/>
              </a:spcAft>
              <a:buClr>
                <a:schemeClr val="dk1"/>
              </a:buClr>
              <a:buSzPts val="1400"/>
              <a:buNone/>
              <a:defRPr>
                <a:solidFill>
                  <a:schemeClr val="dk1"/>
                </a:solidFill>
                <a:latin typeface="Barlow Light"/>
                <a:ea typeface="Barlow Light"/>
                <a:cs typeface="Barlow Light"/>
                <a:sym typeface="Barlow Light"/>
              </a:defRPr>
            </a:lvl7pPr>
            <a:lvl8pPr lvl="7">
              <a:spcBef>
                <a:spcPts val="0"/>
              </a:spcBef>
              <a:spcAft>
                <a:spcPts val="0"/>
              </a:spcAft>
              <a:buClr>
                <a:schemeClr val="dk1"/>
              </a:buClr>
              <a:buSzPts val="1400"/>
              <a:buNone/>
              <a:defRPr>
                <a:solidFill>
                  <a:schemeClr val="dk1"/>
                </a:solidFill>
                <a:latin typeface="Barlow Light"/>
                <a:ea typeface="Barlow Light"/>
                <a:cs typeface="Barlow Light"/>
                <a:sym typeface="Barlow Light"/>
              </a:defRPr>
            </a:lvl8pPr>
            <a:lvl9pPr lvl="8">
              <a:spcBef>
                <a:spcPts val="0"/>
              </a:spcBef>
              <a:spcAft>
                <a:spcPts val="0"/>
              </a:spcAft>
              <a:buClr>
                <a:schemeClr val="dk1"/>
              </a:buClr>
              <a:buSzPts val="1400"/>
              <a:buNone/>
              <a:defRPr>
                <a:solidFill>
                  <a:schemeClr val="dk1"/>
                </a:solidFill>
                <a:latin typeface="Barlow Light"/>
                <a:ea typeface="Barlow Light"/>
                <a:cs typeface="Barlow Light"/>
                <a:sym typeface="Barlow Light"/>
              </a:defRPr>
            </a:lvl9pPr>
          </a:lstStyle>
          <a:p>
            <a:endParaRPr/>
          </a:p>
        </p:txBody>
      </p:sp>
      <p:sp>
        <p:nvSpPr>
          <p:cNvPr id="254" name="Google Shape;254;p44"/>
          <p:cNvSpPr txBox="1">
            <a:spLocks noGrp="1"/>
          </p:cNvSpPr>
          <p:nvPr>
            <p:ph type="body" idx="1"/>
          </p:nvPr>
        </p:nvSpPr>
        <p:spPr>
          <a:xfrm>
            <a:off x="567029" y="4500404"/>
            <a:ext cx="1015800" cy="266100"/>
          </a:xfrm>
          <a:prstGeom prst="rect">
            <a:avLst/>
          </a:prstGeom>
          <a:ln w="9525" cap="flat" cmpd="sng">
            <a:solidFill>
              <a:schemeClr val="dk1"/>
            </a:solidFill>
            <a:prstDash val="solid"/>
            <a:round/>
            <a:headEnd type="none" w="sm" len="sm"/>
            <a:tailEnd type="none" w="sm" len="sm"/>
          </a:ln>
        </p:spPr>
        <p:txBody>
          <a:bodyPr spcFirstLastPara="1" wrap="square" lIns="0" tIns="0" rIns="0" bIns="0" anchor="t" anchorCtr="0">
            <a:spAutoFit/>
          </a:bodyPr>
          <a:lstStyle>
            <a:lvl1pPr marL="457200" lvl="0" indent="-298450">
              <a:spcBef>
                <a:spcPts val="0"/>
              </a:spcBef>
              <a:spcAft>
                <a:spcPts val="0"/>
              </a:spcAft>
              <a:buSzPts val="1100"/>
              <a:buFont typeface="Barlow Medium"/>
              <a:buChar char="●"/>
              <a:defRPr sz="1100">
                <a:latin typeface="Barlow Medium"/>
                <a:ea typeface="Barlow Medium"/>
                <a:cs typeface="Barlow Medium"/>
                <a:sym typeface="Barlow Medium"/>
              </a:defRPr>
            </a:lvl1pPr>
            <a:lvl2pPr marL="914400" lvl="1" indent="-298450">
              <a:spcBef>
                <a:spcPts val="0"/>
              </a:spcBef>
              <a:spcAft>
                <a:spcPts val="0"/>
              </a:spcAft>
              <a:buSzPts val="1100"/>
              <a:buFont typeface="Barlow Medium"/>
              <a:buChar char="○"/>
              <a:defRPr sz="1100">
                <a:latin typeface="Barlow Medium"/>
                <a:ea typeface="Barlow Medium"/>
                <a:cs typeface="Barlow Medium"/>
                <a:sym typeface="Barlow Medium"/>
              </a:defRPr>
            </a:lvl2pPr>
            <a:lvl3pPr marL="1371600" lvl="2" indent="-298450">
              <a:spcBef>
                <a:spcPts val="0"/>
              </a:spcBef>
              <a:spcAft>
                <a:spcPts val="0"/>
              </a:spcAft>
              <a:buSzPts val="1100"/>
              <a:buFont typeface="Barlow Medium"/>
              <a:buChar char="■"/>
              <a:defRPr sz="1100">
                <a:latin typeface="Barlow Medium"/>
                <a:ea typeface="Barlow Medium"/>
                <a:cs typeface="Barlow Medium"/>
                <a:sym typeface="Barlow Medium"/>
              </a:defRPr>
            </a:lvl3pPr>
            <a:lvl4pPr marL="1828800" lvl="3" indent="-298450">
              <a:spcBef>
                <a:spcPts val="0"/>
              </a:spcBef>
              <a:spcAft>
                <a:spcPts val="0"/>
              </a:spcAft>
              <a:buSzPts val="1100"/>
              <a:buFont typeface="Barlow Medium"/>
              <a:buChar char="●"/>
              <a:defRPr sz="1100">
                <a:latin typeface="Barlow Medium"/>
                <a:ea typeface="Barlow Medium"/>
                <a:cs typeface="Barlow Medium"/>
                <a:sym typeface="Barlow Medium"/>
              </a:defRPr>
            </a:lvl4pPr>
            <a:lvl5pPr marL="2286000" lvl="4" indent="-298450">
              <a:spcBef>
                <a:spcPts val="0"/>
              </a:spcBef>
              <a:spcAft>
                <a:spcPts val="0"/>
              </a:spcAft>
              <a:buSzPts val="1100"/>
              <a:buFont typeface="Barlow Medium"/>
              <a:buChar char="○"/>
              <a:defRPr>
                <a:latin typeface="Barlow Medium"/>
                <a:ea typeface="Barlow Medium"/>
                <a:cs typeface="Barlow Medium"/>
                <a:sym typeface="Barlow Medium"/>
              </a:defRPr>
            </a:lvl5pPr>
            <a:lvl6pPr marL="2743200" lvl="5" indent="-298450">
              <a:spcBef>
                <a:spcPts val="0"/>
              </a:spcBef>
              <a:spcAft>
                <a:spcPts val="0"/>
              </a:spcAft>
              <a:buSzPts val="1100"/>
              <a:buFont typeface="Barlow Medium"/>
              <a:buChar char="■"/>
              <a:defRPr sz="1100">
                <a:latin typeface="Barlow Medium"/>
                <a:ea typeface="Barlow Medium"/>
                <a:cs typeface="Barlow Medium"/>
                <a:sym typeface="Barlow Medium"/>
              </a:defRPr>
            </a:lvl6pPr>
            <a:lvl7pPr marL="3200400" lvl="6" indent="-298450">
              <a:spcBef>
                <a:spcPts val="0"/>
              </a:spcBef>
              <a:spcAft>
                <a:spcPts val="0"/>
              </a:spcAft>
              <a:buSzPts val="1100"/>
              <a:buFont typeface="Barlow Medium"/>
              <a:buChar char="●"/>
              <a:defRPr sz="1100">
                <a:latin typeface="Barlow Medium"/>
                <a:ea typeface="Barlow Medium"/>
                <a:cs typeface="Barlow Medium"/>
                <a:sym typeface="Barlow Medium"/>
              </a:defRPr>
            </a:lvl7pPr>
            <a:lvl8pPr marL="3657600" lvl="7" indent="-298450">
              <a:spcBef>
                <a:spcPts val="0"/>
              </a:spcBef>
              <a:spcAft>
                <a:spcPts val="0"/>
              </a:spcAft>
              <a:buSzPts val="1100"/>
              <a:buFont typeface="Barlow Medium"/>
              <a:buChar char="○"/>
              <a:defRPr sz="1100">
                <a:latin typeface="Barlow Medium"/>
                <a:ea typeface="Barlow Medium"/>
                <a:cs typeface="Barlow Medium"/>
                <a:sym typeface="Barlow Medium"/>
              </a:defRPr>
            </a:lvl8pPr>
            <a:lvl9pPr marL="4114800" lvl="8" indent="-298450">
              <a:spcBef>
                <a:spcPts val="0"/>
              </a:spcBef>
              <a:spcAft>
                <a:spcPts val="0"/>
              </a:spcAft>
              <a:buSzPts val="1100"/>
              <a:buFont typeface="Barlow Medium"/>
              <a:buChar char="■"/>
              <a:defRPr sz="1100">
                <a:latin typeface="Barlow Medium"/>
                <a:ea typeface="Barlow Medium"/>
                <a:cs typeface="Barlow Medium"/>
                <a:sym typeface="Barlow Medium"/>
              </a:defRPr>
            </a:lvl9pPr>
          </a:lstStyle>
          <a:p>
            <a:endParaRPr/>
          </a:p>
        </p:txBody>
      </p:sp>
      <p:sp>
        <p:nvSpPr>
          <p:cNvPr id="255" name="Google Shape;255;p44"/>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atin typeface="Barlow Medium"/>
                <a:ea typeface="Barlow Medium"/>
                <a:cs typeface="Barlow Medium"/>
                <a:sym typeface="Barlow Medium"/>
              </a:defRPr>
            </a:lvl1pPr>
            <a:lvl2pPr lvl="1">
              <a:buNone/>
              <a:defRPr>
                <a:latin typeface="Barlow Medium"/>
                <a:ea typeface="Barlow Medium"/>
                <a:cs typeface="Barlow Medium"/>
                <a:sym typeface="Barlow Medium"/>
              </a:defRPr>
            </a:lvl2pPr>
            <a:lvl3pPr lvl="2">
              <a:buNone/>
              <a:defRPr>
                <a:latin typeface="Barlow Medium"/>
                <a:ea typeface="Barlow Medium"/>
                <a:cs typeface="Barlow Medium"/>
                <a:sym typeface="Barlow Medium"/>
              </a:defRPr>
            </a:lvl3pPr>
            <a:lvl4pPr lvl="3">
              <a:buNone/>
              <a:defRPr>
                <a:latin typeface="Barlow Medium"/>
                <a:ea typeface="Barlow Medium"/>
                <a:cs typeface="Barlow Medium"/>
                <a:sym typeface="Barlow Medium"/>
              </a:defRPr>
            </a:lvl4pPr>
            <a:lvl5pPr lvl="4">
              <a:buNone/>
              <a:defRPr>
                <a:latin typeface="Barlow Medium"/>
                <a:ea typeface="Barlow Medium"/>
                <a:cs typeface="Barlow Medium"/>
                <a:sym typeface="Barlow Medium"/>
              </a:defRPr>
            </a:lvl5pPr>
            <a:lvl6pPr lvl="5">
              <a:buNone/>
              <a:defRPr>
                <a:latin typeface="Barlow Medium"/>
                <a:ea typeface="Barlow Medium"/>
                <a:cs typeface="Barlow Medium"/>
                <a:sym typeface="Barlow Medium"/>
              </a:defRPr>
            </a:lvl6pPr>
            <a:lvl7pPr lvl="6">
              <a:buNone/>
              <a:defRPr>
                <a:latin typeface="Barlow Medium"/>
                <a:ea typeface="Barlow Medium"/>
                <a:cs typeface="Barlow Medium"/>
                <a:sym typeface="Barlow Medium"/>
              </a:defRPr>
            </a:lvl7pPr>
            <a:lvl8pPr lvl="7">
              <a:buNone/>
              <a:defRPr>
                <a:latin typeface="Barlow Medium"/>
                <a:ea typeface="Barlow Medium"/>
                <a:cs typeface="Barlow Medium"/>
                <a:sym typeface="Barlow Medium"/>
              </a:defRPr>
            </a:lvl8pPr>
            <a:lvl9pPr lvl="8">
              <a:buNone/>
              <a:defRPr>
                <a:latin typeface="Barlow Medium"/>
                <a:ea typeface="Barlow Medium"/>
                <a:cs typeface="Barlow Medium"/>
                <a:sym typeface="Barlow Medium"/>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Section Header">
  <p:cSld name="SECTION_TITLE_AND_DESCRIPTION">
    <p:spTree>
      <p:nvGrpSpPr>
        <p:cNvPr id="1" name="Shape 256"/>
        <p:cNvGrpSpPr/>
        <p:nvPr/>
      </p:nvGrpSpPr>
      <p:grpSpPr>
        <a:xfrm>
          <a:off x="0" y="0"/>
          <a:ext cx="0" cy="0"/>
          <a:chOff x="0" y="0"/>
          <a:chExt cx="0" cy="0"/>
        </a:xfrm>
      </p:grpSpPr>
      <p:sp>
        <p:nvSpPr>
          <p:cNvPr id="257" name="Google Shape;257;p45"/>
          <p:cNvSpPr txBox="1">
            <a:spLocks noGrp="1"/>
          </p:cNvSpPr>
          <p:nvPr>
            <p:ph type="title"/>
          </p:nvPr>
        </p:nvSpPr>
        <p:spPr>
          <a:xfrm>
            <a:off x="697350" y="2932550"/>
            <a:ext cx="7749300" cy="10158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accent5"/>
              </a:buClr>
              <a:buSzPts val="3600"/>
              <a:buFont typeface="Hepta Slab Medium"/>
              <a:buNone/>
              <a:defRPr>
                <a:solidFill>
                  <a:schemeClr val="accent5"/>
                </a:solidFill>
                <a:latin typeface="Hepta Slab Medium"/>
                <a:ea typeface="Hepta Slab Medium"/>
                <a:cs typeface="Hepta Slab Medium"/>
                <a:sym typeface="Hepta Slab Medium"/>
              </a:defRPr>
            </a:lvl1pPr>
            <a:lvl2pPr lvl="1" algn="ctr">
              <a:spcBef>
                <a:spcPts val="0"/>
              </a:spcBef>
              <a:spcAft>
                <a:spcPts val="0"/>
              </a:spcAft>
              <a:buClr>
                <a:schemeClr val="accent5"/>
              </a:buClr>
              <a:buSzPts val="12800"/>
              <a:buFont typeface="Hepta Slab Medium"/>
              <a:buNone/>
              <a:defRPr sz="12800">
                <a:solidFill>
                  <a:schemeClr val="accent5"/>
                </a:solidFill>
                <a:latin typeface="Hepta Slab Medium"/>
                <a:ea typeface="Hepta Slab Medium"/>
                <a:cs typeface="Hepta Slab Medium"/>
                <a:sym typeface="Hepta Slab Medium"/>
              </a:defRPr>
            </a:lvl2pPr>
            <a:lvl3pPr lvl="2" algn="ctr">
              <a:spcBef>
                <a:spcPts val="0"/>
              </a:spcBef>
              <a:spcAft>
                <a:spcPts val="0"/>
              </a:spcAft>
              <a:buClr>
                <a:schemeClr val="accent5"/>
              </a:buClr>
              <a:buSzPts val="12800"/>
              <a:buFont typeface="Hepta Slab Medium"/>
              <a:buNone/>
              <a:defRPr sz="12800">
                <a:solidFill>
                  <a:schemeClr val="accent5"/>
                </a:solidFill>
                <a:latin typeface="Hepta Slab Medium"/>
                <a:ea typeface="Hepta Slab Medium"/>
                <a:cs typeface="Hepta Slab Medium"/>
                <a:sym typeface="Hepta Slab Medium"/>
              </a:defRPr>
            </a:lvl3pPr>
            <a:lvl4pPr lvl="3" algn="ctr">
              <a:spcBef>
                <a:spcPts val="0"/>
              </a:spcBef>
              <a:spcAft>
                <a:spcPts val="0"/>
              </a:spcAft>
              <a:buClr>
                <a:schemeClr val="accent5"/>
              </a:buClr>
              <a:buSzPts val="12800"/>
              <a:buFont typeface="Hepta Slab Medium"/>
              <a:buNone/>
              <a:defRPr sz="12800">
                <a:solidFill>
                  <a:schemeClr val="accent5"/>
                </a:solidFill>
                <a:latin typeface="Hepta Slab Medium"/>
                <a:ea typeface="Hepta Slab Medium"/>
                <a:cs typeface="Hepta Slab Medium"/>
                <a:sym typeface="Hepta Slab Medium"/>
              </a:defRPr>
            </a:lvl4pPr>
            <a:lvl5pPr lvl="4" algn="ctr">
              <a:spcBef>
                <a:spcPts val="0"/>
              </a:spcBef>
              <a:spcAft>
                <a:spcPts val="0"/>
              </a:spcAft>
              <a:buClr>
                <a:schemeClr val="accent5"/>
              </a:buClr>
              <a:buSzPts val="12800"/>
              <a:buFont typeface="Hepta Slab Medium"/>
              <a:buNone/>
              <a:defRPr sz="12800">
                <a:solidFill>
                  <a:schemeClr val="accent5"/>
                </a:solidFill>
                <a:latin typeface="Hepta Slab Medium"/>
                <a:ea typeface="Hepta Slab Medium"/>
                <a:cs typeface="Hepta Slab Medium"/>
                <a:sym typeface="Hepta Slab Medium"/>
              </a:defRPr>
            </a:lvl5pPr>
            <a:lvl6pPr lvl="5" algn="ctr">
              <a:spcBef>
                <a:spcPts val="0"/>
              </a:spcBef>
              <a:spcAft>
                <a:spcPts val="0"/>
              </a:spcAft>
              <a:buClr>
                <a:schemeClr val="accent5"/>
              </a:buClr>
              <a:buSzPts val="12800"/>
              <a:buFont typeface="Hepta Slab Medium"/>
              <a:buNone/>
              <a:defRPr sz="12800">
                <a:solidFill>
                  <a:schemeClr val="accent5"/>
                </a:solidFill>
                <a:latin typeface="Hepta Slab Medium"/>
                <a:ea typeface="Hepta Slab Medium"/>
                <a:cs typeface="Hepta Slab Medium"/>
                <a:sym typeface="Hepta Slab Medium"/>
              </a:defRPr>
            </a:lvl6pPr>
            <a:lvl7pPr lvl="6" algn="ctr">
              <a:spcBef>
                <a:spcPts val="0"/>
              </a:spcBef>
              <a:spcAft>
                <a:spcPts val="0"/>
              </a:spcAft>
              <a:buClr>
                <a:schemeClr val="accent5"/>
              </a:buClr>
              <a:buSzPts val="12800"/>
              <a:buFont typeface="Hepta Slab Medium"/>
              <a:buNone/>
              <a:defRPr sz="12800">
                <a:solidFill>
                  <a:schemeClr val="accent5"/>
                </a:solidFill>
                <a:latin typeface="Hepta Slab Medium"/>
                <a:ea typeface="Hepta Slab Medium"/>
                <a:cs typeface="Hepta Slab Medium"/>
                <a:sym typeface="Hepta Slab Medium"/>
              </a:defRPr>
            </a:lvl7pPr>
            <a:lvl8pPr lvl="7" algn="ctr">
              <a:spcBef>
                <a:spcPts val="0"/>
              </a:spcBef>
              <a:spcAft>
                <a:spcPts val="0"/>
              </a:spcAft>
              <a:buClr>
                <a:schemeClr val="accent5"/>
              </a:buClr>
              <a:buSzPts val="12800"/>
              <a:buFont typeface="Hepta Slab Medium"/>
              <a:buNone/>
              <a:defRPr sz="12800">
                <a:solidFill>
                  <a:schemeClr val="accent5"/>
                </a:solidFill>
                <a:latin typeface="Hepta Slab Medium"/>
                <a:ea typeface="Hepta Slab Medium"/>
                <a:cs typeface="Hepta Slab Medium"/>
                <a:sym typeface="Hepta Slab Medium"/>
              </a:defRPr>
            </a:lvl8pPr>
            <a:lvl9pPr lvl="8" algn="ctr">
              <a:spcBef>
                <a:spcPts val="0"/>
              </a:spcBef>
              <a:spcAft>
                <a:spcPts val="0"/>
              </a:spcAft>
              <a:buClr>
                <a:schemeClr val="accent5"/>
              </a:buClr>
              <a:buSzPts val="12800"/>
              <a:buFont typeface="Hepta Slab Medium"/>
              <a:buNone/>
              <a:defRPr sz="12800">
                <a:solidFill>
                  <a:schemeClr val="accent5"/>
                </a:solidFill>
                <a:latin typeface="Hepta Slab Medium"/>
                <a:ea typeface="Hepta Slab Medium"/>
                <a:cs typeface="Hepta Slab Medium"/>
                <a:sym typeface="Hepta Slab Medium"/>
              </a:defRPr>
            </a:lvl9pPr>
          </a:lstStyle>
          <a:p>
            <a:endParaRPr/>
          </a:p>
        </p:txBody>
      </p:sp>
      <p:sp>
        <p:nvSpPr>
          <p:cNvPr id="258" name="Google Shape;258;p45"/>
          <p:cNvSpPr txBox="1">
            <a:spLocks noGrp="1"/>
          </p:cNvSpPr>
          <p:nvPr>
            <p:ph type="title" idx="2"/>
          </p:nvPr>
        </p:nvSpPr>
        <p:spPr>
          <a:xfrm>
            <a:off x="3278250" y="1194450"/>
            <a:ext cx="2587500" cy="1992600"/>
          </a:xfrm>
          <a:prstGeom prst="rect">
            <a:avLst/>
          </a:prstGeom>
        </p:spPr>
        <p:txBody>
          <a:bodyPr spcFirstLastPara="1" wrap="square" lIns="91425" tIns="91425" rIns="91425" bIns="91425" anchor="t" anchorCtr="0">
            <a:noAutofit/>
          </a:bodyPr>
          <a:lstStyle>
            <a:lvl1pPr lvl="0" algn="ctr">
              <a:spcBef>
                <a:spcPts val="0"/>
              </a:spcBef>
              <a:spcAft>
                <a:spcPts val="0"/>
              </a:spcAft>
              <a:buClr>
                <a:schemeClr val="dk2"/>
              </a:buClr>
              <a:buSzPts val="12800"/>
              <a:buNone/>
              <a:defRPr sz="12800">
                <a:solidFill>
                  <a:schemeClr val="dk2"/>
                </a:solidFill>
              </a:defRPr>
            </a:lvl1pPr>
            <a:lvl2pPr lvl="1" algn="ctr">
              <a:spcBef>
                <a:spcPts val="0"/>
              </a:spcBef>
              <a:spcAft>
                <a:spcPts val="0"/>
              </a:spcAft>
              <a:buClr>
                <a:schemeClr val="dk2"/>
              </a:buClr>
              <a:buSzPts val="12800"/>
              <a:buNone/>
              <a:defRPr sz="12800">
                <a:solidFill>
                  <a:schemeClr val="dk2"/>
                </a:solidFill>
                <a:latin typeface="Barlow Light"/>
                <a:ea typeface="Barlow Light"/>
                <a:cs typeface="Barlow Light"/>
                <a:sym typeface="Barlow Light"/>
              </a:defRPr>
            </a:lvl2pPr>
            <a:lvl3pPr lvl="2" algn="ctr">
              <a:spcBef>
                <a:spcPts val="0"/>
              </a:spcBef>
              <a:spcAft>
                <a:spcPts val="0"/>
              </a:spcAft>
              <a:buClr>
                <a:schemeClr val="dk2"/>
              </a:buClr>
              <a:buSzPts val="12800"/>
              <a:buNone/>
              <a:defRPr sz="12800">
                <a:solidFill>
                  <a:schemeClr val="dk2"/>
                </a:solidFill>
                <a:latin typeface="Barlow Light"/>
                <a:ea typeface="Barlow Light"/>
                <a:cs typeface="Barlow Light"/>
                <a:sym typeface="Barlow Light"/>
              </a:defRPr>
            </a:lvl3pPr>
            <a:lvl4pPr lvl="3" algn="ctr">
              <a:spcBef>
                <a:spcPts val="0"/>
              </a:spcBef>
              <a:spcAft>
                <a:spcPts val="0"/>
              </a:spcAft>
              <a:buClr>
                <a:schemeClr val="dk2"/>
              </a:buClr>
              <a:buSzPts val="12800"/>
              <a:buNone/>
              <a:defRPr sz="12800">
                <a:solidFill>
                  <a:schemeClr val="dk2"/>
                </a:solidFill>
                <a:latin typeface="Barlow Light"/>
                <a:ea typeface="Barlow Light"/>
                <a:cs typeface="Barlow Light"/>
                <a:sym typeface="Barlow Light"/>
              </a:defRPr>
            </a:lvl4pPr>
            <a:lvl5pPr lvl="4" algn="ctr">
              <a:spcBef>
                <a:spcPts val="0"/>
              </a:spcBef>
              <a:spcAft>
                <a:spcPts val="0"/>
              </a:spcAft>
              <a:buClr>
                <a:schemeClr val="dk2"/>
              </a:buClr>
              <a:buSzPts val="12800"/>
              <a:buNone/>
              <a:defRPr sz="12800">
                <a:solidFill>
                  <a:schemeClr val="dk2"/>
                </a:solidFill>
                <a:latin typeface="Barlow Light"/>
                <a:ea typeface="Barlow Light"/>
                <a:cs typeface="Barlow Light"/>
                <a:sym typeface="Barlow Light"/>
              </a:defRPr>
            </a:lvl5pPr>
            <a:lvl6pPr lvl="5" algn="ctr">
              <a:spcBef>
                <a:spcPts val="0"/>
              </a:spcBef>
              <a:spcAft>
                <a:spcPts val="0"/>
              </a:spcAft>
              <a:buClr>
                <a:schemeClr val="dk2"/>
              </a:buClr>
              <a:buSzPts val="12800"/>
              <a:buNone/>
              <a:defRPr sz="12800">
                <a:solidFill>
                  <a:schemeClr val="dk2"/>
                </a:solidFill>
                <a:latin typeface="Barlow Light"/>
                <a:ea typeface="Barlow Light"/>
                <a:cs typeface="Barlow Light"/>
                <a:sym typeface="Barlow Light"/>
              </a:defRPr>
            </a:lvl6pPr>
            <a:lvl7pPr lvl="6" algn="ctr">
              <a:spcBef>
                <a:spcPts val="0"/>
              </a:spcBef>
              <a:spcAft>
                <a:spcPts val="0"/>
              </a:spcAft>
              <a:buClr>
                <a:schemeClr val="dk2"/>
              </a:buClr>
              <a:buSzPts val="12800"/>
              <a:buNone/>
              <a:defRPr sz="12800">
                <a:solidFill>
                  <a:schemeClr val="dk2"/>
                </a:solidFill>
                <a:latin typeface="Barlow Light"/>
                <a:ea typeface="Barlow Light"/>
                <a:cs typeface="Barlow Light"/>
                <a:sym typeface="Barlow Light"/>
              </a:defRPr>
            </a:lvl7pPr>
            <a:lvl8pPr lvl="7" algn="ctr">
              <a:spcBef>
                <a:spcPts val="0"/>
              </a:spcBef>
              <a:spcAft>
                <a:spcPts val="0"/>
              </a:spcAft>
              <a:buClr>
                <a:schemeClr val="dk2"/>
              </a:buClr>
              <a:buSzPts val="12800"/>
              <a:buNone/>
              <a:defRPr sz="12800">
                <a:solidFill>
                  <a:schemeClr val="dk2"/>
                </a:solidFill>
                <a:latin typeface="Barlow Light"/>
                <a:ea typeface="Barlow Light"/>
                <a:cs typeface="Barlow Light"/>
                <a:sym typeface="Barlow Light"/>
              </a:defRPr>
            </a:lvl8pPr>
            <a:lvl9pPr lvl="8" algn="ctr">
              <a:spcBef>
                <a:spcPts val="0"/>
              </a:spcBef>
              <a:spcAft>
                <a:spcPts val="0"/>
              </a:spcAft>
              <a:buClr>
                <a:schemeClr val="dk2"/>
              </a:buClr>
              <a:buSzPts val="12800"/>
              <a:buNone/>
              <a:defRPr sz="12800">
                <a:solidFill>
                  <a:schemeClr val="dk2"/>
                </a:solidFill>
                <a:latin typeface="Barlow Light"/>
                <a:ea typeface="Barlow Light"/>
                <a:cs typeface="Barlow Light"/>
                <a:sym typeface="Barlow Light"/>
              </a:defRPr>
            </a:lvl9pPr>
          </a:lstStyle>
          <a:p>
            <a:endParaRPr/>
          </a:p>
        </p:txBody>
      </p:sp>
      <p:sp>
        <p:nvSpPr>
          <p:cNvPr id="259" name="Google Shape;259;p45"/>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Market Size / Pie Graph">
  <p:cSld name="CAPTION_ONLY">
    <p:bg>
      <p:bgPr>
        <a:solidFill>
          <a:schemeClr val="dk1"/>
        </a:solidFill>
        <a:effectLst/>
      </p:bgPr>
    </p:bg>
    <p:spTree>
      <p:nvGrpSpPr>
        <p:cNvPr id="1" name="Shape 260"/>
        <p:cNvGrpSpPr/>
        <p:nvPr/>
      </p:nvGrpSpPr>
      <p:grpSpPr>
        <a:xfrm>
          <a:off x="0" y="0"/>
          <a:ext cx="0" cy="0"/>
          <a:chOff x="0" y="0"/>
          <a:chExt cx="0" cy="0"/>
        </a:xfrm>
      </p:grpSpPr>
      <p:sp>
        <p:nvSpPr>
          <p:cNvPr id="261" name="Google Shape;261;p46"/>
          <p:cNvSpPr/>
          <p:nvPr/>
        </p:nvSpPr>
        <p:spPr>
          <a:xfrm>
            <a:off x="0" y="0"/>
            <a:ext cx="9144000" cy="16311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46"/>
          <p:cNvSpPr txBox="1">
            <a:spLocks noGrp="1"/>
          </p:cNvSpPr>
          <p:nvPr>
            <p:ph type="subTitle" idx="1"/>
          </p:nvPr>
        </p:nvSpPr>
        <p:spPr>
          <a:xfrm>
            <a:off x="791150" y="522625"/>
            <a:ext cx="4977300" cy="1108200"/>
          </a:xfrm>
          <a:prstGeom prst="rect">
            <a:avLst/>
          </a:prstGeom>
        </p:spPr>
        <p:txBody>
          <a:bodyPr spcFirstLastPara="1" wrap="square" lIns="0" tIns="0" rIns="0" bIns="0" anchor="t" anchorCtr="0">
            <a:noAutofit/>
          </a:bodyPr>
          <a:lstStyle>
            <a:lvl1pPr lvl="0">
              <a:spcBef>
                <a:spcPts val="0"/>
              </a:spcBef>
              <a:spcAft>
                <a:spcPts val="0"/>
              </a:spcAft>
              <a:buClr>
                <a:schemeClr val="lt1"/>
              </a:buClr>
              <a:buSzPts val="3600"/>
              <a:buFont typeface="Hepta Slab Medium"/>
              <a:buNone/>
              <a:defRPr sz="3600">
                <a:solidFill>
                  <a:schemeClr val="lt1"/>
                </a:solidFill>
                <a:latin typeface="Hepta Slab Medium"/>
                <a:ea typeface="Hepta Slab Medium"/>
                <a:cs typeface="Hepta Slab Medium"/>
                <a:sym typeface="Hepta Slab Medium"/>
              </a:defRPr>
            </a:lvl1pPr>
            <a:lvl2pPr lvl="1">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2pPr>
            <a:lvl3pPr lvl="2">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3pPr>
            <a:lvl4pPr lvl="3">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4pPr>
            <a:lvl5pPr lvl="4">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5pPr>
            <a:lvl6pPr lvl="5">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6pPr>
            <a:lvl7pPr lvl="6">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7pPr>
            <a:lvl8pPr lvl="7">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8pPr>
            <a:lvl9pPr lvl="8">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9pPr>
          </a:lstStyle>
          <a:p>
            <a:endParaRPr/>
          </a:p>
        </p:txBody>
      </p:sp>
      <p:sp>
        <p:nvSpPr>
          <p:cNvPr id="263" name="Google Shape;263;p46"/>
          <p:cNvSpPr txBox="1">
            <a:spLocks noGrp="1"/>
          </p:cNvSpPr>
          <p:nvPr>
            <p:ph type="body" idx="2"/>
          </p:nvPr>
        </p:nvSpPr>
        <p:spPr>
          <a:xfrm>
            <a:off x="714950" y="1989025"/>
            <a:ext cx="2792400" cy="2804100"/>
          </a:xfrm>
          <a:prstGeom prst="rect">
            <a:avLst/>
          </a:prstGeom>
        </p:spPr>
        <p:txBody>
          <a:bodyPr spcFirstLastPara="1" wrap="square" lIns="91425" tIns="91425" rIns="91425" bIns="91425" anchor="t" anchorCtr="0">
            <a:noAutofit/>
          </a:bodyPr>
          <a:lstStyle>
            <a:lvl1pPr marL="457200" lvl="0" indent="-323850">
              <a:spcBef>
                <a:spcPts val="0"/>
              </a:spcBef>
              <a:spcAft>
                <a:spcPts val="0"/>
              </a:spcAft>
              <a:buClr>
                <a:schemeClr val="lt1"/>
              </a:buClr>
              <a:buSzPts val="1500"/>
              <a:buChar char="●"/>
              <a:defRPr>
                <a:solidFill>
                  <a:schemeClr val="lt1"/>
                </a:solidFill>
              </a:defRPr>
            </a:lvl1pPr>
            <a:lvl2pPr marL="914400" lvl="1" indent="-323850">
              <a:spcBef>
                <a:spcPts val="0"/>
              </a:spcBef>
              <a:spcAft>
                <a:spcPts val="0"/>
              </a:spcAft>
              <a:buClr>
                <a:schemeClr val="lt1"/>
              </a:buClr>
              <a:buSzPts val="1500"/>
              <a:buChar char="○"/>
              <a:defRPr sz="1500">
                <a:solidFill>
                  <a:schemeClr val="lt1"/>
                </a:solidFill>
              </a:defRPr>
            </a:lvl2pPr>
            <a:lvl3pPr marL="1371600" lvl="2" indent="-323850">
              <a:spcBef>
                <a:spcPts val="0"/>
              </a:spcBef>
              <a:spcAft>
                <a:spcPts val="0"/>
              </a:spcAft>
              <a:buClr>
                <a:schemeClr val="lt1"/>
              </a:buClr>
              <a:buSzPts val="1500"/>
              <a:buChar char="■"/>
              <a:defRPr sz="1500">
                <a:solidFill>
                  <a:schemeClr val="lt1"/>
                </a:solidFill>
              </a:defRPr>
            </a:lvl3pPr>
            <a:lvl4pPr marL="1828800" lvl="3" indent="-323850">
              <a:spcBef>
                <a:spcPts val="0"/>
              </a:spcBef>
              <a:spcAft>
                <a:spcPts val="0"/>
              </a:spcAft>
              <a:buClr>
                <a:schemeClr val="lt1"/>
              </a:buClr>
              <a:buSzPts val="1500"/>
              <a:buChar char="●"/>
              <a:defRPr sz="1500">
                <a:solidFill>
                  <a:schemeClr val="lt1"/>
                </a:solidFill>
              </a:defRPr>
            </a:lvl4pPr>
            <a:lvl5pPr marL="2286000" lvl="4" indent="-323850">
              <a:spcBef>
                <a:spcPts val="0"/>
              </a:spcBef>
              <a:spcAft>
                <a:spcPts val="0"/>
              </a:spcAft>
              <a:buClr>
                <a:schemeClr val="lt1"/>
              </a:buClr>
              <a:buSzPts val="1500"/>
              <a:buChar char="○"/>
              <a:defRPr sz="1500">
                <a:solidFill>
                  <a:schemeClr val="lt1"/>
                </a:solidFill>
              </a:defRPr>
            </a:lvl5pPr>
            <a:lvl6pPr marL="2743200" lvl="5" indent="-323850">
              <a:spcBef>
                <a:spcPts val="0"/>
              </a:spcBef>
              <a:spcAft>
                <a:spcPts val="0"/>
              </a:spcAft>
              <a:buClr>
                <a:schemeClr val="lt1"/>
              </a:buClr>
              <a:buSzPts val="1500"/>
              <a:buChar char="■"/>
              <a:defRPr sz="1500">
                <a:solidFill>
                  <a:schemeClr val="lt1"/>
                </a:solidFill>
              </a:defRPr>
            </a:lvl6pPr>
            <a:lvl7pPr marL="3200400" lvl="6" indent="-323850">
              <a:spcBef>
                <a:spcPts val="0"/>
              </a:spcBef>
              <a:spcAft>
                <a:spcPts val="0"/>
              </a:spcAft>
              <a:buClr>
                <a:schemeClr val="lt1"/>
              </a:buClr>
              <a:buSzPts val="1500"/>
              <a:buChar char="●"/>
              <a:defRPr sz="1500">
                <a:solidFill>
                  <a:schemeClr val="lt1"/>
                </a:solidFill>
              </a:defRPr>
            </a:lvl7pPr>
            <a:lvl8pPr marL="3657600" lvl="7" indent="-323850">
              <a:spcBef>
                <a:spcPts val="0"/>
              </a:spcBef>
              <a:spcAft>
                <a:spcPts val="0"/>
              </a:spcAft>
              <a:buClr>
                <a:schemeClr val="lt1"/>
              </a:buClr>
              <a:buSzPts val="1500"/>
              <a:buChar char="○"/>
              <a:defRPr sz="1500">
                <a:solidFill>
                  <a:schemeClr val="lt1"/>
                </a:solidFill>
              </a:defRPr>
            </a:lvl8pPr>
            <a:lvl9pPr marL="4114800" lvl="8" indent="-323850">
              <a:spcBef>
                <a:spcPts val="0"/>
              </a:spcBef>
              <a:spcAft>
                <a:spcPts val="0"/>
              </a:spcAft>
              <a:buClr>
                <a:schemeClr val="lt1"/>
              </a:buClr>
              <a:buSzPts val="1500"/>
              <a:buChar char="■"/>
              <a:defRPr sz="1500">
                <a:solidFill>
                  <a:schemeClr val="lt1"/>
                </a:solidFill>
              </a:defRPr>
            </a:lvl9pPr>
          </a:lstStyle>
          <a:p>
            <a:endParaRPr/>
          </a:p>
        </p:txBody>
      </p:sp>
      <p:sp>
        <p:nvSpPr>
          <p:cNvPr id="264" name="Google Shape;264;p46"/>
          <p:cNvSpPr txBox="1">
            <a:spLocks noGrp="1"/>
          </p:cNvSpPr>
          <p:nvPr>
            <p:ph type="sldNum" idx="12"/>
          </p:nvPr>
        </p:nvSpPr>
        <p:spPr>
          <a:xfrm>
            <a:off x="8490529" y="250829"/>
            <a:ext cx="348900" cy="178200"/>
          </a:xfrm>
          <a:prstGeom prst="rect">
            <a:avLst/>
          </a:prstGeom>
        </p:spPr>
        <p:txBody>
          <a:bodyPr spcFirstLastPara="1" wrap="square" lIns="91425" tIns="91425" rIns="91425" bIns="91425" anchor="t" anchorCtr="0">
            <a:noAutofit/>
          </a:bodyPr>
          <a:lstStyle>
            <a:lvl1pPr lvl="0" rtl="0">
              <a:buNone/>
              <a:defRPr sz="1100">
                <a:solidFill>
                  <a:schemeClr val="dk2"/>
                </a:solidFill>
              </a:defRPr>
            </a:lvl1pPr>
            <a:lvl2pPr lvl="1" rtl="0">
              <a:buNone/>
              <a:defRPr sz="1100">
                <a:solidFill>
                  <a:schemeClr val="dk2"/>
                </a:solidFill>
              </a:defRPr>
            </a:lvl2pPr>
            <a:lvl3pPr lvl="2" rtl="0">
              <a:buNone/>
              <a:defRPr sz="1100">
                <a:solidFill>
                  <a:schemeClr val="dk2"/>
                </a:solidFill>
              </a:defRPr>
            </a:lvl3pPr>
            <a:lvl4pPr lvl="3" rtl="0">
              <a:buNone/>
              <a:defRPr sz="1100">
                <a:solidFill>
                  <a:schemeClr val="dk2"/>
                </a:solidFill>
              </a:defRPr>
            </a:lvl4pPr>
            <a:lvl5pPr lvl="4" rtl="0">
              <a:buNone/>
              <a:defRPr sz="1100">
                <a:solidFill>
                  <a:schemeClr val="dk2"/>
                </a:solidFill>
              </a:defRPr>
            </a:lvl5pPr>
            <a:lvl6pPr lvl="5" rtl="0">
              <a:buNone/>
              <a:defRPr sz="1100">
                <a:solidFill>
                  <a:schemeClr val="dk2"/>
                </a:solidFill>
              </a:defRPr>
            </a:lvl6pPr>
            <a:lvl7pPr lvl="6" rtl="0">
              <a:buNone/>
              <a:defRPr sz="1100">
                <a:solidFill>
                  <a:schemeClr val="dk2"/>
                </a:solidFill>
              </a:defRPr>
            </a:lvl7pPr>
            <a:lvl8pPr lvl="7" rtl="0">
              <a:buNone/>
              <a:defRPr sz="1100">
                <a:solidFill>
                  <a:schemeClr val="dk2"/>
                </a:solidFill>
              </a:defRPr>
            </a:lvl8pPr>
            <a:lvl9pPr lvl="8" rtl="0">
              <a:buNone/>
              <a:defRPr sz="11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
        <p:nvSpPr>
          <p:cNvPr id="265" name="Google Shape;265;p46"/>
          <p:cNvSpPr/>
          <p:nvPr/>
        </p:nvSpPr>
        <p:spPr>
          <a:xfrm>
            <a:off x="4416275" y="1976923"/>
            <a:ext cx="4045200" cy="2871300"/>
          </a:xfrm>
          <a:prstGeom prst="roundRect">
            <a:avLst>
              <a:gd name="adj" fmla="val 16667"/>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46"/>
          <p:cNvSpPr/>
          <p:nvPr/>
        </p:nvSpPr>
        <p:spPr>
          <a:xfrm rot="444408">
            <a:off x="5636457" y="2500588"/>
            <a:ext cx="1505663" cy="1505327"/>
          </a:xfrm>
          <a:prstGeom prst="pie">
            <a:avLst>
              <a:gd name="adj1" fmla="val 8241844"/>
              <a:gd name="adj2" fmla="val 12554936"/>
            </a:avLst>
          </a:prstGeom>
          <a:solidFill>
            <a:schemeClr val="lt1"/>
          </a:solidFill>
          <a:ln>
            <a:noFill/>
          </a:ln>
        </p:spPr>
        <p:txBody>
          <a:bodyPr spcFirstLastPara="1" wrap="square" lIns="68575" tIns="68575" rIns="68575" bIns="68575" anchor="ctr" anchorCtr="0">
            <a:noAutofit/>
          </a:bodyPr>
          <a:lstStyle/>
          <a:p>
            <a:pPr marL="0" lvl="0" indent="0" algn="l" rtl="0">
              <a:spcBef>
                <a:spcPts val="0"/>
              </a:spcBef>
              <a:spcAft>
                <a:spcPts val="0"/>
              </a:spcAft>
              <a:buSzPts val="1100"/>
              <a:buNone/>
            </a:pPr>
            <a:endParaRPr sz="1100"/>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Differentiators / 4 column text">
  <p:cSld name="BIG_NUMBER">
    <p:bg>
      <p:bgPr>
        <a:solidFill>
          <a:schemeClr val="dk1"/>
        </a:solidFill>
        <a:effectLst/>
      </p:bgPr>
    </p:bg>
    <p:spTree>
      <p:nvGrpSpPr>
        <p:cNvPr id="1" name="Shape 267"/>
        <p:cNvGrpSpPr/>
        <p:nvPr/>
      </p:nvGrpSpPr>
      <p:grpSpPr>
        <a:xfrm>
          <a:off x="0" y="0"/>
          <a:ext cx="0" cy="0"/>
          <a:chOff x="0" y="0"/>
          <a:chExt cx="0" cy="0"/>
        </a:xfrm>
      </p:grpSpPr>
      <p:sp>
        <p:nvSpPr>
          <p:cNvPr id="268" name="Google Shape;268;p47"/>
          <p:cNvSpPr/>
          <p:nvPr/>
        </p:nvSpPr>
        <p:spPr>
          <a:xfrm>
            <a:off x="0" y="1324925"/>
            <a:ext cx="4572000" cy="19104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00"/>
          </a:p>
        </p:txBody>
      </p:sp>
      <p:sp>
        <p:nvSpPr>
          <p:cNvPr id="269" name="Google Shape;269;p47"/>
          <p:cNvSpPr/>
          <p:nvPr/>
        </p:nvSpPr>
        <p:spPr>
          <a:xfrm>
            <a:off x="0" y="3235076"/>
            <a:ext cx="4572000" cy="19149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00">
              <a:solidFill>
                <a:schemeClr val="dk2"/>
              </a:solidFill>
            </a:endParaRPr>
          </a:p>
        </p:txBody>
      </p:sp>
      <p:sp>
        <p:nvSpPr>
          <p:cNvPr id="270" name="Google Shape;270;p47"/>
          <p:cNvSpPr/>
          <p:nvPr/>
        </p:nvSpPr>
        <p:spPr>
          <a:xfrm>
            <a:off x="4571892" y="3235076"/>
            <a:ext cx="4572000" cy="19149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00">
              <a:solidFill>
                <a:schemeClr val="lt1"/>
              </a:solidFill>
            </a:endParaRPr>
          </a:p>
        </p:txBody>
      </p:sp>
      <p:sp>
        <p:nvSpPr>
          <p:cNvPr id="271" name="Google Shape;271;p47"/>
          <p:cNvSpPr/>
          <p:nvPr/>
        </p:nvSpPr>
        <p:spPr>
          <a:xfrm>
            <a:off x="4571892" y="1324925"/>
            <a:ext cx="4572000" cy="19104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00">
              <a:solidFill>
                <a:schemeClr val="accent5"/>
              </a:solidFill>
            </a:endParaRPr>
          </a:p>
        </p:txBody>
      </p:sp>
      <p:sp>
        <p:nvSpPr>
          <p:cNvPr id="272" name="Google Shape;272;p47"/>
          <p:cNvSpPr txBox="1">
            <a:spLocks noGrp="1"/>
          </p:cNvSpPr>
          <p:nvPr>
            <p:ph type="subTitle" idx="1"/>
          </p:nvPr>
        </p:nvSpPr>
        <p:spPr>
          <a:xfrm>
            <a:off x="480420" y="290626"/>
            <a:ext cx="3592200" cy="3372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1400"/>
              <a:buFont typeface="Hepta Slab Medium"/>
              <a:buNone/>
              <a:defRPr>
                <a:solidFill>
                  <a:schemeClr val="lt1"/>
                </a:solidFill>
                <a:latin typeface="Hepta Slab Medium"/>
                <a:ea typeface="Hepta Slab Medium"/>
                <a:cs typeface="Hepta Slab Medium"/>
                <a:sym typeface="Hepta Slab Medium"/>
              </a:defRPr>
            </a:lvl1pPr>
            <a:lvl2pPr lvl="1">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2pPr>
            <a:lvl3pPr lvl="2">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3pPr>
            <a:lvl4pPr lvl="3">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4pPr>
            <a:lvl5pPr lvl="4">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5pPr>
            <a:lvl6pPr lvl="5">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6pPr>
            <a:lvl7pPr lvl="6">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7pPr>
            <a:lvl8pPr lvl="7">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8pPr>
            <a:lvl9pPr lvl="8">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9pPr>
          </a:lstStyle>
          <a:p>
            <a:endParaRPr/>
          </a:p>
        </p:txBody>
      </p:sp>
      <p:sp>
        <p:nvSpPr>
          <p:cNvPr id="273" name="Google Shape;273;p47"/>
          <p:cNvSpPr txBox="1">
            <a:spLocks noGrp="1"/>
          </p:cNvSpPr>
          <p:nvPr>
            <p:ph type="body" idx="2"/>
          </p:nvPr>
        </p:nvSpPr>
        <p:spPr>
          <a:xfrm>
            <a:off x="480425" y="610475"/>
            <a:ext cx="4878300" cy="600300"/>
          </a:xfrm>
          <a:prstGeom prst="rect">
            <a:avLst/>
          </a:prstGeom>
        </p:spPr>
        <p:txBody>
          <a:bodyPr spcFirstLastPara="1" wrap="square" lIns="91425" tIns="91425" rIns="91425" bIns="91425" anchor="t" anchorCtr="0">
            <a:noAutofit/>
          </a:bodyPr>
          <a:lstStyle>
            <a:lvl1pPr marL="457200" lvl="0"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marL="914400" lvl="1"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marL="1371600" lvl="2"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marL="1828800" lvl="3"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marL="2286000" lvl="4" indent="-298450">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marL="2743200" lvl="5"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marL="3200400" lvl="6"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marL="3657600" lvl="7"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marL="4114800" lvl="8"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a:endParaRPr/>
          </a:p>
        </p:txBody>
      </p:sp>
      <p:sp>
        <p:nvSpPr>
          <p:cNvPr id="274" name="Google Shape;274;p47"/>
          <p:cNvSpPr txBox="1">
            <a:spLocks noGrp="1"/>
          </p:cNvSpPr>
          <p:nvPr>
            <p:ph type="sldNum" idx="12"/>
          </p:nvPr>
        </p:nvSpPr>
        <p:spPr>
          <a:xfrm>
            <a:off x="8490529" y="250829"/>
            <a:ext cx="348900" cy="178200"/>
          </a:xfrm>
          <a:prstGeom prst="rect">
            <a:avLst/>
          </a:prstGeom>
        </p:spPr>
        <p:txBody>
          <a:bodyPr spcFirstLastPara="1" wrap="square" lIns="91425" tIns="91425" rIns="91425" bIns="91425" anchor="t" anchorCtr="0">
            <a:noAutofit/>
          </a:bodyPr>
          <a:lstStyle>
            <a:lvl1pPr lvl="0" rtl="0">
              <a:buNone/>
              <a:defRPr sz="1100">
                <a:solidFill>
                  <a:schemeClr val="dk2"/>
                </a:solidFill>
              </a:defRPr>
            </a:lvl1pPr>
            <a:lvl2pPr lvl="1" rtl="0">
              <a:buNone/>
              <a:defRPr sz="1100">
                <a:solidFill>
                  <a:schemeClr val="dk2"/>
                </a:solidFill>
              </a:defRPr>
            </a:lvl2pPr>
            <a:lvl3pPr lvl="2" rtl="0">
              <a:buNone/>
              <a:defRPr sz="1100">
                <a:solidFill>
                  <a:schemeClr val="dk2"/>
                </a:solidFill>
              </a:defRPr>
            </a:lvl3pPr>
            <a:lvl4pPr lvl="3" rtl="0">
              <a:buNone/>
              <a:defRPr sz="1100">
                <a:solidFill>
                  <a:schemeClr val="dk2"/>
                </a:solidFill>
              </a:defRPr>
            </a:lvl4pPr>
            <a:lvl5pPr lvl="4" rtl="0">
              <a:buNone/>
              <a:defRPr sz="1100">
                <a:solidFill>
                  <a:schemeClr val="dk2"/>
                </a:solidFill>
              </a:defRPr>
            </a:lvl5pPr>
            <a:lvl6pPr lvl="5" rtl="0">
              <a:buNone/>
              <a:defRPr sz="1100">
                <a:solidFill>
                  <a:schemeClr val="dk2"/>
                </a:solidFill>
              </a:defRPr>
            </a:lvl6pPr>
            <a:lvl7pPr lvl="6" rtl="0">
              <a:buNone/>
              <a:defRPr sz="1100">
                <a:solidFill>
                  <a:schemeClr val="dk2"/>
                </a:solidFill>
              </a:defRPr>
            </a:lvl7pPr>
            <a:lvl8pPr lvl="7" rtl="0">
              <a:buNone/>
              <a:defRPr sz="1100">
                <a:solidFill>
                  <a:schemeClr val="dk2"/>
                </a:solidFill>
              </a:defRPr>
            </a:lvl8pPr>
            <a:lvl9pPr lvl="8" rtl="0">
              <a:buNone/>
              <a:defRPr sz="11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Section Header" type="blank">
  <p:cSld name="BLANK">
    <p:spTree>
      <p:nvGrpSpPr>
        <p:cNvPr id="1" name="Shape 275"/>
        <p:cNvGrpSpPr/>
        <p:nvPr/>
      </p:nvGrpSpPr>
      <p:grpSpPr>
        <a:xfrm>
          <a:off x="0" y="0"/>
          <a:ext cx="0" cy="0"/>
          <a:chOff x="0" y="0"/>
          <a:chExt cx="0" cy="0"/>
        </a:xfrm>
      </p:grpSpPr>
      <p:sp>
        <p:nvSpPr>
          <p:cNvPr id="276" name="Google Shape;276;p48"/>
          <p:cNvSpPr txBox="1">
            <a:spLocks noGrp="1"/>
          </p:cNvSpPr>
          <p:nvPr>
            <p:ph type="title"/>
          </p:nvPr>
        </p:nvSpPr>
        <p:spPr>
          <a:xfrm>
            <a:off x="697350" y="2932550"/>
            <a:ext cx="7749300" cy="10158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dk1"/>
              </a:buClr>
              <a:buSzPts val="3600"/>
              <a:buFont typeface="Hepta Slab Medium"/>
              <a:buNone/>
              <a:defRPr>
                <a:latin typeface="Hepta Slab Medium"/>
                <a:ea typeface="Hepta Slab Medium"/>
                <a:cs typeface="Hepta Slab Medium"/>
                <a:sym typeface="Hepta Slab Medium"/>
              </a:defRPr>
            </a:lvl1pPr>
            <a:lvl2pPr lvl="1"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2pPr>
            <a:lvl3pPr lvl="2"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3pPr>
            <a:lvl4pPr lvl="3"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4pPr>
            <a:lvl5pPr lvl="4"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5pPr>
            <a:lvl6pPr lvl="5"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6pPr>
            <a:lvl7pPr lvl="6"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7pPr>
            <a:lvl8pPr lvl="7"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8pPr>
            <a:lvl9pPr lvl="8"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9pPr>
          </a:lstStyle>
          <a:p>
            <a:endParaRPr/>
          </a:p>
        </p:txBody>
      </p:sp>
      <p:sp>
        <p:nvSpPr>
          <p:cNvPr id="277" name="Google Shape;277;p48"/>
          <p:cNvSpPr txBox="1">
            <a:spLocks noGrp="1"/>
          </p:cNvSpPr>
          <p:nvPr>
            <p:ph type="title" idx="2"/>
          </p:nvPr>
        </p:nvSpPr>
        <p:spPr>
          <a:xfrm>
            <a:off x="3278250" y="1194450"/>
            <a:ext cx="2587500" cy="1992600"/>
          </a:xfrm>
          <a:prstGeom prst="rect">
            <a:avLst/>
          </a:prstGeom>
        </p:spPr>
        <p:txBody>
          <a:bodyPr spcFirstLastPara="1" wrap="square" lIns="91425" tIns="91425" rIns="91425" bIns="91425" anchor="t" anchorCtr="0">
            <a:noAutofit/>
          </a:bodyPr>
          <a:lstStyle>
            <a:lvl1pPr lvl="0" algn="ctr">
              <a:spcBef>
                <a:spcPts val="0"/>
              </a:spcBef>
              <a:spcAft>
                <a:spcPts val="0"/>
              </a:spcAft>
              <a:buClr>
                <a:schemeClr val="accent1"/>
              </a:buClr>
              <a:buSzPts val="12800"/>
              <a:buNone/>
              <a:defRPr sz="12800">
                <a:solidFill>
                  <a:schemeClr val="accent1"/>
                </a:solidFill>
              </a:defRPr>
            </a:lvl1pPr>
            <a:lvl2pPr lvl="1" algn="ctr">
              <a:spcBef>
                <a:spcPts val="0"/>
              </a:spcBef>
              <a:spcAft>
                <a:spcPts val="0"/>
              </a:spcAft>
              <a:buClr>
                <a:schemeClr val="accent1"/>
              </a:buClr>
              <a:buSzPts val="12800"/>
              <a:buNone/>
              <a:defRPr sz="12800">
                <a:solidFill>
                  <a:schemeClr val="accent1"/>
                </a:solidFill>
                <a:latin typeface="Barlow Light"/>
                <a:ea typeface="Barlow Light"/>
                <a:cs typeface="Barlow Light"/>
                <a:sym typeface="Barlow Light"/>
              </a:defRPr>
            </a:lvl2pPr>
            <a:lvl3pPr lvl="2" algn="ctr">
              <a:spcBef>
                <a:spcPts val="0"/>
              </a:spcBef>
              <a:spcAft>
                <a:spcPts val="0"/>
              </a:spcAft>
              <a:buClr>
                <a:schemeClr val="accent1"/>
              </a:buClr>
              <a:buSzPts val="12800"/>
              <a:buNone/>
              <a:defRPr sz="12800">
                <a:solidFill>
                  <a:schemeClr val="accent1"/>
                </a:solidFill>
                <a:latin typeface="Barlow Light"/>
                <a:ea typeface="Barlow Light"/>
                <a:cs typeface="Barlow Light"/>
                <a:sym typeface="Barlow Light"/>
              </a:defRPr>
            </a:lvl3pPr>
            <a:lvl4pPr lvl="3" algn="ctr">
              <a:spcBef>
                <a:spcPts val="0"/>
              </a:spcBef>
              <a:spcAft>
                <a:spcPts val="0"/>
              </a:spcAft>
              <a:buClr>
                <a:schemeClr val="accent1"/>
              </a:buClr>
              <a:buSzPts val="12800"/>
              <a:buNone/>
              <a:defRPr sz="12800">
                <a:solidFill>
                  <a:schemeClr val="accent1"/>
                </a:solidFill>
                <a:latin typeface="Barlow Light"/>
                <a:ea typeface="Barlow Light"/>
                <a:cs typeface="Barlow Light"/>
                <a:sym typeface="Barlow Light"/>
              </a:defRPr>
            </a:lvl4pPr>
            <a:lvl5pPr lvl="4" algn="ctr">
              <a:spcBef>
                <a:spcPts val="0"/>
              </a:spcBef>
              <a:spcAft>
                <a:spcPts val="0"/>
              </a:spcAft>
              <a:buClr>
                <a:schemeClr val="accent1"/>
              </a:buClr>
              <a:buSzPts val="12800"/>
              <a:buNone/>
              <a:defRPr sz="12800">
                <a:solidFill>
                  <a:schemeClr val="accent1"/>
                </a:solidFill>
                <a:latin typeface="Barlow Light"/>
                <a:ea typeface="Barlow Light"/>
                <a:cs typeface="Barlow Light"/>
                <a:sym typeface="Barlow Light"/>
              </a:defRPr>
            </a:lvl5pPr>
            <a:lvl6pPr lvl="5" algn="ctr">
              <a:spcBef>
                <a:spcPts val="0"/>
              </a:spcBef>
              <a:spcAft>
                <a:spcPts val="0"/>
              </a:spcAft>
              <a:buClr>
                <a:schemeClr val="accent1"/>
              </a:buClr>
              <a:buSzPts val="12800"/>
              <a:buNone/>
              <a:defRPr sz="12800">
                <a:solidFill>
                  <a:schemeClr val="accent1"/>
                </a:solidFill>
                <a:latin typeface="Barlow Light"/>
                <a:ea typeface="Barlow Light"/>
                <a:cs typeface="Barlow Light"/>
                <a:sym typeface="Barlow Light"/>
              </a:defRPr>
            </a:lvl6pPr>
            <a:lvl7pPr lvl="6" algn="ctr">
              <a:spcBef>
                <a:spcPts val="0"/>
              </a:spcBef>
              <a:spcAft>
                <a:spcPts val="0"/>
              </a:spcAft>
              <a:buClr>
                <a:schemeClr val="accent1"/>
              </a:buClr>
              <a:buSzPts val="12800"/>
              <a:buNone/>
              <a:defRPr sz="12800">
                <a:solidFill>
                  <a:schemeClr val="accent1"/>
                </a:solidFill>
                <a:latin typeface="Barlow Light"/>
                <a:ea typeface="Barlow Light"/>
                <a:cs typeface="Barlow Light"/>
                <a:sym typeface="Barlow Light"/>
              </a:defRPr>
            </a:lvl7pPr>
            <a:lvl8pPr lvl="7" algn="ctr">
              <a:spcBef>
                <a:spcPts val="0"/>
              </a:spcBef>
              <a:spcAft>
                <a:spcPts val="0"/>
              </a:spcAft>
              <a:buClr>
                <a:schemeClr val="accent1"/>
              </a:buClr>
              <a:buSzPts val="12800"/>
              <a:buNone/>
              <a:defRPr sz="12800">
                <a:solidFill>
                  <a:schemeClr val="accent1"/>
                </a:solidFill>
                <a:latin typeface="Barlow Light"/>
                <a:ea typeface="Barlow Light"/>
                <a:cs typeface="Barlow Light"/>
                <a:sym typeface="Barlow Light"/>
              </a:defRPr>
            </a:lvl8pPr>
            <a:lvl9pPr lvl="8" algn="ctr">
              <a:spcBef>
                <a:spcPts val="0"/>
              </a:spcBef>
              <a:spcAft>
                <a:spcPts val="0"/>
              </a:spcAft>
              <a:buClr>
                <a:schemeClr val="accent1"/>
              </a:buClr>
              <a:buSzPts val="12800"/>
              <a:buNone/>
              <a:defRPr sz="12800">
                <a:solidFill>
                  <a:schemeClr val="accent1"/>
                </a:solidFill>
                <a:latin typeface="Barlow Light"/>
                <a:ea typeface="Barlow Light"/>
                <a:cs typeface="Barlow Light"/>
                <a:sym typeface="Barlow Light"/>
              </a:defRPr>
            </a:lvl9pPr>
          </a:lstStyle>
          <a:p>
            <a:endParaRPr/>
          </a:p>
        </p:txBody>
      </p:sp>
      <p:sp>
        <p:nvSpPr>
          <p:cNvPr id="278" name="Google Shape;278;p48"/>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Title + 1 column text">
  <p:cSld name="TITLE_1">
    <p:bg>
      <p:bgPr>
        <a:solidFill>
          <a:schemeClr val="dk1"/>
        </a:solidFill>
        <a:effectLst/>
      </p:bgPr>
    </p:bg>
    <p:spTree>
      <p:nvGrpSpPr>
        <p:cNvPr id="1" name="Shape 279"/>
        <p:cNvGrpSpPr/>
        <p:nvPr/>
      </p:nvGrpSpPr>
      <p:grpSpPr>
        <a:xfrm>
          <a:off x="0" y="0"/>
          <a:ext cx="0" cy="0"/>
          <a:chOff x="0" y="0"/>
          <a:chExt cx="0" cy="0"/>
        </a:xfrm>
      </p:grpSpPr>
      <p:sp>
        <p:nvSpPr>
          <p:cNvPr id="280" name="Google Shape;280;p49"/>
          <p:cNvSpPr/>
          <p:nvPr/>
        </p:nvSpPr>
        <p:spPr>
          <a:xfrm>
            <a:off x="0" y="0"/>
            <a:ext cx="9144000" cy="16311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49"/>
          <p:cNvSpPr txBox="1">
            <a:spLocks noGrp="1"/>
          </p:cNvSpPr>
          <p:nvPr>
            <p:ph type="subTitle" idx="1"/>
          </p:nvPr>
        </p:nvSpPr>
        <p:spPr>
          <a:xfrm>
            <a:off x="791150" y="522625"/>
            <a:ext cx="5938800" cy="1108200"/>
          </a:xfrm>
          <a:prstGeom prst="rect">
            <a:avLst/>
          </a:prstGeom>
        </p:spPr>
        <p:txBody>
          <a:bodyPr spcFirstLastPara="1" wrap="square" lIns="0" tIns="0" rIns="0" bIns="0" anchor="t" anchorCtr="0">
            <a:noAutofit/>
          </a:bodyPr>
          <a:lstStyle>
            <a:lvl1pPr lvl="0">
              <a:spcBef>
                <a:spcPts val="0"/>
              </a:spcBef>
              <a:spcAft>
                <a:spcPts val="0"/>
              </a:spcAft>
              <a:buClr>
                <a:schemeClr val="accent1"/>
              </a:buClr>
              <a:buSzPts val="3600"/>
              <a:buFont typeface="Hepta Slab Medium"/>
              <a:buNone/>
              <a:defRPr sz="3600">
                <a:solidFill>
                  <a:schemeClr val="accent1"/>
                </a:solidFill>
                <a:latin typeface="Hepta Slab Medium"/>
                <a:ea typeface="Hepta Slab Medium"/>
                <a:cs typeface="Hepta Slab Medium"/>
                <a:sym typeface="Hepta Slab Medium"/>
              </a:defRPr>
            </a:lvl1pPr>
            <a:lvl2pPr lvl="1">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2pPr>
            <a:lvl3pPr lvl="2">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3pPr>
            <a:lvl4pPr lvl="3">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4pPr>
            <a:lvl5pPr lvl="4">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5pPr>
            <a:lvl6pPr lvl="5">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6pPr>
            <a:lvl7pPr lvl="6">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7pPr>
            <a:lvl8pPr lvl="7">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8pPr>
            <a:lvl9pPr lvl="8">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9pPr>
          </a:lstStyle>
          <a:p>
            <a:endParaRPr/>
          </a:p>
        </p:txBody>
      </p:sp>
      <p:sp>
        <p:nvSpPr>
          <p:cNvPr id="282" name="Google Shape;282;p49"/>
          <p:cNvSpPr txBox="1">
            <a:spLocks noGrp="1"/>
          </p:cNvSpPr>
          <p:nvPr>
            <p:ph type="body" idx="2"/>
          </p:nvPr>
        </p:nvSpPr>
        <p:spPr>
          <a:xfrm>
            <a:off x="810075" y="2065225"/>
            <a:ext cx="7539900" cy="2777400"/>
          </a:xfrm>
          <a:prstGeom prst="rect">
            <a:avLst/>
          </a:prstGeom>
        </p:spPr>
        <p:txBody>
          <a:bodyPr spcFirstLastPara="1" wrap="square" lIns="91425" tIns="91425" rIns="91425" bIns="91425" anchor="t" anchorCtr="0">
            <a:noAutofit/>
          </a:bodyPr>
          <a:lstStyle>
            <a:lvl1pPr marL="457200" lvl="0" indent="-406400">
              <a:spcBef>
                <a:spcPts val="0"/>
              </a:spcBef>
              <a:spcAft>
                <a:spcPts val="0"/>
              </a:spcAft>
              <a:buClr>
                <a:schemeClr val="lt1"/>
              </a:buClr>
              <a:buSzPts val="2800"/>
              <a:buChar char="●"/>
              <a:defRPr sz="2800">
                <a:solidFill>
                  <a:schemeClr val="lt1"/>
                </a:solidFill>
              </a:defRPr>
            </a:lvl1pPr>
            <a:lvl2pPr marL="914400" lvl="1" indent="-406400">
              <a:spcBef>
                <a:spcPts val="0"/>
              </a:spcBef>
              <a:spcAft>
                <a:spcPts val="0"/>
              </a:spcAft>
              <a:buClr>
                <a:schemeClr val="lt1"/>
              </a:buClr>
              <a:buSzPts val="2800"/>
              <a:buChar char="○"/>
              <a:defRPr sz="2800">
                <a:solidFill>
                  <a:schemeClr val="lt1"/>
                </a:solidFill>
              </a:defRPr>
            </a:lvl2pPr>
            <a:lvl3pPr marL="1371600" lvl="2" indent="-406400">
              <a:spcBef>
                <a:spcPts val="0"/>
              </a:spcBef>
              <a:spcAft>
                <a:spcPts val="0"/>
              </a:spcAft>
              <a:buClr>
                <a:schemeClr val="lt1"/>
              </a:buClr>
              <a:buSzPts val="2800"/>
              <a:buChar char="■"/>
              <a:defRPr sz="2800">
                <a:solidFill>
                  <a:schemeClr val="lt1"/>
                </a:solidFill>
              </a:defRPr>
            </a:lvl3pPr>
            <a:lvl4pPr marL="1828800" lvl="3" indent="-406400">
              <a:spcBef>
                <a:spcPts val="0"/>
              </a:spcBef>
              <a:spcAft>
                <a:spcPts val="0"/>
              </a:spcAft>
              <a:buClr>
                <a:schemeClr val="lt1"/>
              </a:buClr>
              <a:buSzPts val="2800"/>
              <a:buChar char="●"/>
              <a:defRPr sz="2800">
                <a:solidFill>
                  <a:schemeClr val="lt1"/>
                </a:solidFill>
              </a:defRPr>
            </a:lvl4pPr>
            <a:lvl5pPr marL="2286000" lvl="4" indent="-406400">
              <a:spcBef>
                <a:spcPts val="0"/>
              </a:spcBef>
              <a:spcAft>
                <a:spcPts val="0"/>
              </a:spcAft>
              <a:buClr>
                <a:schemeClr val="lt1"/>
              </a:buClr>
              <a:buSzPts val="2800"/>
              <a:buChar char="○"/>
              <a:defRPr sz="2800">
                <a:solidFill>
                  <a:schemeClr val="lt1"/>
                </a:solidFill>
              </a:defRPr>
            </a:lvl5pPr>
            <a:lvl6pPr marL="2743200" lvl="5" indent="-406400">
              <a:spcBef>
                <a:spcPts val="0"/>
              </a:spcBef>
              <a:spcAft>
                <a:spcPts val="0"/>
              </a:spcAft>
              <a:buClr>
                <a:schemeClr val="lt1"/>
              </a:buClr>
              <a:buSzPts val="2800"/>
              <a:buChar char="■"/>
              <a:defRPr sz="2800">
                <a:solidFill>
                  <a:schemeClr val="lt1"/>
                </a:solidFill>
              </a:defRPr>
            </a:lvl6pPr>
            <a:lvl7pPr marL="3200400" lvl="6" indent="-406400">
              <a:spcBef>
                <a:spcPts val="0"/>
              </a:spcBef>
              <a:spcAft>
                <a:spcPts val="0"/>
              </a:spcAft>
              <a:buClr>
                <a:schemeClr val="lt1"/>
              </a:buClr>
              <a:buSzPts val="2800"/>
              <a:buChar char="●"/>
              <a:defRPr sz="2800">
                <a:solidFill>
                  <a:schemeClr val="lt1"/>
                </a:solidFill>
              </a:defRPr>
            </a:lvl7pPr>
            <a:lvl8pPr marL="3657600" lvl="7" indent="-406400">
              <a:spcBef>
                <a:spcPts val="0"/>
              </a:spcBef>
              <a:spcAft>
                <a:spcPts val="0"/>
              </a:spcAft>
              <a:buClr>
                <a:schemeClr val="lt1"/>
              </a:buClr>
              <a:buSzPts val="2800"/>
              <a:buChar char="○"/>
              <a:defRPr sz="2800">
                <a:solidFill>
                  <a:schemeClr val="lt1"/>
                </a:solidFill>
              </a:defRPr>
            </a:lvl8pPr>
            <a:lvl9pPr marL="4114800" lvl="8" indent="-406400">
              <a:spcBef>
                <a:spcPts val="0"/>
              </a:spcBef>
              <a:spcAft>
                <a:spcPts val="0"/>
              </a:spcAft>
              <a:buClr>
                <a:schemeClr val="lt1"/>
              </a:buClr>
              <a:buSzPts val="2800"/>
              <a:buChar char="■"/>
              <a:defRPr sz="2800">
                <a:solidFill>
                  <a:schemeClr val="lt1"/>
                </a:solidFill>
              </a:defRPr>
            </a:lvl9pPr>
          </a:lstStyle>
          <a:p>
            <a:endParaRPr/>
          </a:p>
        </p:txBody>
      </p:sp>
      <p:sp>
        <p:nvSpPr>
          <p:cNvPr id="283" name="Google Shape;283;p49"/>
          <p:cNvSpPr txBox="1">
            <a:spLocks noGrp="1"/>
          </p:cNvSpPr>
          <p:nvPr>
            <p:ph type="sldNum" idx="12"/>
          </p:nvPr>
        </p:nvSpPr>
        <p:spPr>
          <a:xfrm>
            <a:off x="8490529" y="250829"/>
            <a:ext cx="348900" cy="178200"/>
          </a:xfrm>
          <a:prstGeom prst="rect">
            <a:avLst/>
          </a:prstGeom>
        </p:spPr>
        <p:txBody>
          <a:bodyPr spcFirstLastPara="1" wrap="square" lIns="91425" tIns="91425" rIns="91425" bIns="91425" anchor="t" anchorCtr="0">
            <a:noAutofit/>
          </a:bodyPr>
          <a:lstStyle>
            <a:lvl1pPr lvl="0" rtl="0">
              <a:buNone/>
              <a:defRPr sz="1100">
                <a:solidFill>
                  <a:schemeClr val="accent1"/>
                </a:solidFill>
              </a:defRPr>
            </a:lvl1pPr>
            <a:lvl2pPr lvl="1" rtl="0">
              <a:buNone/>
              <a:defRPr sz="1100">
                <a:solidFill>
                  <a:schemeClr val="accent1"/>
                </a:solidFill>
              </a:defRPr>
            </a:lvl2pPr>
            <a:lvl3pPr lvl="2" rtl="0">
              <a:buNone/>
              <a:defRPr sz="1100">
                <a:solidFill>
                  <a:schemeClr val="accent1"/>
                </a:solidFill>
              </a:defRPr>
            </a:lvl3pPr>
            <a:lvl4pPr lvl="3" rtl="0">
              <a:buNone/>
              <a:defRPr sz="1100">
                <a:solidFill>
                  <a:schemeClr val="accent1"/>
                </a:solidFill>
              </a:defRPr>
            </a:lvl4pPr>
            <a:lvl5pPr lvl="4" rtl="0">
              <a:buNone/>
              <a:defRPr sz="1100">
                <a:solidFill>
                  <a:schemeClr val="accent1"/>
                </a:solidFill>
              </a:defRPr>
            </a:lvl5pPr>
            <a:lvl6pPr lvl="5" rtl="0">
              <a:buNone/>
              <a:defRPr sz="1100">
                <a:solidFill>
                  <a:schemeClr val="accent1"/>
                </a:solidFill>
              </a:defRPr>
            </a:lvl6pPr>
            <a:lvl7pPr lvl="6" rtl="0">
              <a:buNone/>
              <a:defRPr sz="1100">
                <a:solidFill>
                  <a:schemeClr val="accent1"/>
                </a:solidFill>
              </a:defRPr>
            </a:lvl7pPr>
            <a:lvl8pPr lvl="7" rtl="0">
              <a:buNone/>
              <a:defRPr sz="1100">
                <a:solidFill>
                  <a:schemeClr val="accent1"/>
                </a:solidFill>
              </a:defRPr>
            </a:lvl8pPr>
            <a:lvl9pPr lvl="8" rtl="0">
              <a:buNone/>
              <a:defRPr sz="1100">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1 Background Image + Text">
  <p:cSld name="CUSTOM">
    <p:spTree>
      <p:nvGrpSpPr>
        <p:cNvPr id="1" name="Shape 284"/>
        <p:cNvGrpSpPr/>
        <p:nvPr/>
      </p:nvGrpSpPr>
      <p:grpSpPr>
        <a:xfrm>
          <a:off x="0" y="0"/>
          <a:ext cx="0" cy="0"/>
          <a:chOff x="0" y="0"/>
          <a:chExt cx="0" cy="0"/>
        </a:xfrm>
      </p:grpSpPr>
      <p:sp>
        <p:nvSpPr>
          <p:cNvPr id="285" name="Google Shape;285;p50"/>
          <p:cNvSpPr>
            <a:spLocks noGrp="1"/>
          </p:cNvSpPr>
          <p:nvPr>
            <p:ph type="pic" idx="2"/>
          </p:nvPr>
        </p:nvSpPr>
        <p:spPr>
          <a:xfrm>
            <a:off x="0" y="0"/>
            <a:ext cx="9144000" cy="5143500"/>
          </a:xfrm>
          <a:prstGeom prst="rect">
            <a:avLst/>
          </a:prstGeom>
          <a:noFill/>
          <a:ln>
            <a:noFill/>
          </a:ln>
        </p:spPr>
      </p:sp>
      <p:sp>
        <p:nvSpPr>
          <p:cNvPr id="286" name="Google Shape;286;p50"/>
          <p:cNvSpPr txBox="1">
            <a:spLocks noGrp="1"/>
          </p:cNvSpPr>
          <p:nvPr>
            <p:ph type="body" idx="1"/>
          </p:nvPr>
        </p:nvSpPr>
        <p:spPr>
          <a:xfrm>
            <a:off x="4655675" y="956675"/>
            <a:ext cx="3965400" cy="775200"/>
          </a:xfrm>
          <a:prstGeom prst="rect">
            <a:avLst/>
          </a:prstGeom>
          <a:solidFill>
            <a:schemeClr val="lt1"/>
          </a:solidFill>
        </p:spPr>
        <p:txBody>
          <a:bodyPr spcFirstLastPara="1" wrap="square" lIns="274300" tIns="0" rIns="274300" bIns="274300" anchor="t" anchorCtr="0">
            <a:noAutofit/>
          </a:bodyPr>
          <a:lstStyle>
            <a:lvl1pPr marL="457200" lvl="0" indent="-298450">
              <a:spcBef>
                <a:spcPts val="0"/>
              </a:spcBef>
              <a:spcAft>
                <a:spcPts val="0"/>
              </a:spcAft>
              <a:buClr>
                <a:schemeClr val="dk1"/>
              </a:buClr>
              <a:buSzPts val="1100"/>
              <a:buFont typeface="Barlow"/>
              <a:buChar char="●"/>
              <a:defRPr sz="1100">
                <a:latin typeface="Barlow"/>
                <a:ea typeface="Barlow"/>
                <a:cs typeface="Barlow"/>
                <a:sym typeface="Barlow"/>
              </a:defRPr>
            </a:lvl1pPr>
            <a:lvl2pPr marL="914400" lvl="1" indent="-298450">
              <a:spcBef>
                <a:spcPts val="0"/>
              </a:spcBef>
              <a:spcAft>
                <a:spcPts val="0"/>
              </a:spcAft>
              <a:buClr>
                <a:schemeClr val="dk1"/>
              </a:buClr>
              <a:buSzPts val="1100"/>
              <a:buFont typeface="Barlow"/>
              <a:buChar char="○"/>
              <a:defRPr sz="1100">
                <a:latin typeface="Barlow"/>
                <a:ea typeface="Barlow"/>
                <a:cs typeface="Barlow"/>
                <a:sym typeface="Barlow"/>
              </a:defRPr>
            </a:lvl2pPr>
            <a:lvl3pPr marL="1371600" lvl="2" indent="-298450">
              <a:spcBef>
                <a:spcPts val="0"/>
              </a:spcBef>
              <a:spcAft>
                <a:spcPts val="0"/>
              </a:spcAft>
              <a:buClr>
                <a:schemeClr val="dk1"/>
              </a:buClr>
              <a:buSzPts val="1100"/>
              <a:buFont typeface="Barlow"/>
              <a:buChar char="■"/>
              <a:defRPr sz="1100">
                <a:latin typeface="Barlow"/>
                <a:ea typeface="Barlow"/>
                <a:cs typeface="Barlow"/>
                <a:sym typeface="Barlow"/>
              </a:defRPr>
            </a:lvl3pPr>
            <a:lvl4pPr marL="1828800" lvl="3" indent="-298450">
              <a:spcBef>
                <a:spcPts val="0"/>
              </a:spcBef>
              <a:spcAft>
                <a:spcPts val="0"/>
              </a:spcAft>
              <a:buClr>
                <a:schemeClr val="dk1"/>
              </a:buClr>
              <a:buSzPts val="1100"/>
              <a:buFont typeface="Barlow"/>
              <a:buChar char="●"/>
              <a:defRPr sz="1100">
                <a:latin typeface="Barlow"/>
                <a:ea typeface="Barlow"/>
                <a:cs typeface="Barlow"/>
                <a:sym typeface="Barlow"/>
              </a:defRPr>
            </a:lvl4pPr>
            <a:lvl5pPr marL="2286000" lvl="4" indent="-298450">
              <a:spcBef>
                <a:spcPts val="0"/>
              </a:spcBef>
              <a:spcAft>
                <a:spcPts val="0"/>
              </a:spcAft>
              <a:buClr>
                <a:schemeClr val="dk1"/>
              </a:buClr>
              <a:buSzPts val="1100"/>
              <a:buFont typeface="Barlow"/>
              <a:buChar char="○"/>
              <a:defRPr>
                <a:latin typeface="Barlow"/>
                <a:ea typeface="Barlow"/>
                <a:cs typeface="Barlow"/>
                <a:sym typeface="Barlow"/>
              </a:defRPr>
            </a:lvl5pPr>
            <a:lvl6pPr marL="2743200" lvl="5" indent="-298450">
              <a:spcBef>
                <a:spcPts val="0"/>
              </a:spcBef>
              <a:spcAft>
                <a:spcPts val="0"/>
              </a:spcAft>
              <a:buClr>
                <a:schemeClr val="dk1"/>
              </a:buClr>
              <a:buSzPts val="1100"/>
              <a:buFont typeface="Barlow"/>
              <a:buChar char="■"/>
              <a:defRPr sz="1100">
                <a:latin typeface="Barlow"/>
                <a:ea typeface="Barlow"/>
                <a:cs typeface="Barlow"/>
                <a:sym typeface="Barlow"/>
              </a:defRPr>
            </a:lvl6pPr>
            <a:lvl7pPr marL="3200400" lvl="6" indent="-298450">
              <a:spcBef>
                <a:spcPts val="0"/>
              </a:spcBef>
              <a:spcAft>
                <a:spcPts val="0"/>
              </a:spcAft>
              <a:buClr>
                <a:schemeClr val="dk1"/>
              </a:buClr>
              <a:buSzPts val="1100"/>
              <a:buFont typeface="Barlow"/>
              <a:buChar char="●"/>
              <a:defRPr sz="1100">
                <a:latin typeface="Barlow"/>
                <a:ea typeface="Barlow"/>
                <a:cs typeface="Barlow"/>
                <a:sym typeface="Barlow"/>
              </a:defRPr>
            </a:lvl7pPr>
            <a:lvl8pPr marL="3657600" lvl="7" indent="-298450">
              <a:spcBef>
                <a:spcPts val="0"/>
              </a:spcBef>
              <a:spcAft>
                <a:spcPts val="0"/>
              </a:spcAft>
              <a:buClr>
                <a:schemeClr val="dk1"/>
              </a:buClr>
              <a:buSzPts val="1100"/>
              <a:buFont typeface="Barlow"/>
              <a:buChar char="○"/>
              <a:defRPr sz="1100">
                <a:latin typeface="Barlow"/>
                <a:ea typeface="Barlow"/>
                <a:cs typeface="Barlow"/>
                <a:sym typeface="Barlow"/>
              </a:defRPr>
            </a:lvl8pPr>
            <a:lvl9pPr marL="4114800" lvl="8" indent="-298450">
              <a:spcBef>
                <a:spcPts val="0"/>
              </a:spcBef>
              <a:spcAft>
                <a:spcPts val="0"/>
              </a:spcAft>
              <a:buClr>
                <a:schemeClr val="dk1"/>
              </a:buClr>
              <a:buSzPts val="1100"/>
              <a:buFont typeface="Barlow"/>
              <a:buChar char="■"/>
              <a:defRPr sz="1100">
                <a:latin typeface="Barlow"/>
                <a:ea typeface="Barlow"/>
                <a:cs typeface="Barlow"/>
                <a:sym typeface="Barlow"/>
              </a:defRPr>
            </a:lvl9pPr>
          </a:lstStyle>
          <a:p>
            <a:endParaRPr/>
          </a:p>
        </p:txBody>
      </p:sp>
      <p:sp>
        <p:nvSpPr>
          <p:cNvPr id="287" name="Google Shape;287;p50"/>
          <p:cNvSpPr txBox="1">
            <a:spLocks noGrp="1"/>
          </p:cNvSpPr>
          <p:nvPr>
            <p:ph type="subTitle" idx="3"/>
          </p:nvPr>
        </p:nvSpPr>
        <p:spPr>
          <a:xfrm>
            <a:off x="4655675" y="522900"/>
            <a:ext cx="3965400" cy="442800"/>
          </a:xfrm>
          <a:prstGeom prst="rect">
            <a:avLst/>
          </a:prstGeom>
          <a:solidFill>
            <a:schemeClr val="lt1"/>
          </a:solidFill>
        </p:spPr>
        <p:txBody>
          <a:bodyPr spcFirstLastPara="1" wrap="square" lIns="274300" tIns="274300" rIns="274300" bIns="0" anchor="b" anchorCtr="0">
            <a:noAutofit/>
          </a:bodyPr>
          <a:lstStyle>
            <a:lvl1pPr lvl="0">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1pPr>
            <a:lvl2pPr lvl="1">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2pPr>
            <a:lvl3pPr lvl="2">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3pPr>
            <a:lvl4pPr lvl="3">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4pPr>
            <a:lvl5pPr lvl="4">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5pPr>
            <a:lvl6pPr lvl="5">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6pPr>
            <a:lvl7pPr lvl="6">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7pPr>
            <a:lvl8pPr lvl="7">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8pPr>
            <a:lvl9pPr lvl="8">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9pPr>
          </a:lstStyle>
          <a:p>
            <a:endParaRPr/>
          </a:p>
        </p:txBody>
      </p:sp>
      <p:sp>
        <p:nvSpPr>
          <p:cNvPr id="288" name="Google Shape;288;p50"/>
          <p:cNvSpPr txBox="1">
            <a:spLocks noGrp="1"/>
          </p:cNvSpPr>
          <p:nvPr>
            <p:ph type="body" idx="4"/>
          </p:nvPr>
        </p:nvSpPr>
        <p:spPr>
          <a:xfrm>
            <a:off x="524350" y="4144800"/>
            <a:ext cx="1558800" cy="475800"/>
          </a:xfrm>
          <a:prstGeom prst="rect">
            <a:avLst/>
          </a:prstGeom>
          <a:solidFill>
            <a:schemeClr val="lt1"/>
          </a:solidFill>
        </p:spPr>
        <p:txBody>
          <a:bodyPr spcFirstLastPara="1" wrap="square" lIns="137150" tIns="137150" rIns="137150" bIns="137150" anchor="t" anchorCtr="0">
            <a:noAutofit/>
          </a:bodyPr>
          <a:lstStyle>
            <a:lvl1pPr marL="457200" lvl="0" indent="-273050">
              <a:spcBef>
                <a:spcPts val="0"/>
              </a:spcBef>
              <a:spcAft>
                <a:spcPts val="0"/>
              </a:spcAft>
              <a:buClr>
                <a:schemeClr val="dk1"/>
              </a:buClr>
              <a:buSzPts val="700"/>
              <a:buFont typeface="Barlow"/>
              <a:buChar char="●"/>
              <a:defRPr sz="700">
                <a:latin typeface="Barlow"/>
                <a:ea typeface="Barlow"/>
                <a:cs typeface="Barlow"/>
                <a:sym typeface="Barlow"/>
              </a:defRPr>
            </a:lvl1pPr>
            <a:lvl2pPr marL="914400" lvl="1" indent="-273050">
              <a:spcBef>
                <a:spcPts val="0"/>
              </a:spcBef>
              <a:spcAft>
                <a:spcPts val="0"/>
              </a:spcAft>
              <a:buClr>
                <a:schemeClr val="dk1"/>
              </a:buClr>
              <a:buSzPts val="700"/>
              <a:buFont typeface="Barlow"/>
              <a:buChar char="○"/>
              <a:defRPr sz="700">
                <a:latin typeface="Barlow"/>
                <a:ea typeface="Barlow"/>
                <a:cs typeface="Barlow"/>
                <a:sym typeface="Barlow"/>
              </a:defRPr>
            </a:lvl2pPr>
            <a:lvl3pPr marL="1371600" lvl="2" indent="-273050">
              <a:spcBef>
                <a:spcPts val="0"/>
              </a:spcBef>
              <a:spcAft>
                <a:spcPts val="0"/>
              </a:spcAft>
              <a:buClr>
                <a:schemeClr val="dk1"/>
              </a:buClr>
              <a:buSzPts val="700"/>
              <a:buFont typeface="Barlow"/>
              <a:buChar char="■"/>
              <a:defRPr sz="700">
                <a:latin typeface="Barlow"/>
                <a:ea typeface="Barlow"/>
                <a:cs typeface="Barlow"/>
                <a:sym typeface="Barlow"/>
              </a:defRPr>
            </a:lvl3pPr>
            <a:lvl4pPr marL="1828800" lvl="3" indent="-273050">
              <a:spcBef>
                <a:spcPts val="0"/>
              </a:spcBef>
              <a:spcAft>
                <a:spcPts val="0"/>
              </a:spcAft>
              <a:buClr>
                <a:schemeClr val="dk1"/>
              </a:buClr>
              <a:buSzPts val="700"/>
              <a:buFont typeface="Barlow"/>
              <a:buChar char="●"/>
              <a:defRPr sz="700">
                <a:latin typeface="Barlow"/>
                <a:ea typeface="Barlow"/>
                <a:cs typeface="Barlow"/>
                <a:sym typeface="Barlow"/>
              </a:defRPr>
            </a:lvl4pPr>
            <a:lvl5pPr marL="2286000" lvl="4" indent="-273050">
              <a:spcBef>
                <a:spcPts val="0"/>
              </a:spcBef>
              <a:spcAft>
                <a:spcPts val="0"/>
              </a:spcAft>
              <a:buClr>
                <a:schemeClr val="dk1"/>
              </a:buClr>
              <a:buSzPts val="700"/>
              <a:buFont typeface="Barlow"/>
              <a:buChar char="○"/>
              <a:defRPr sz="700">
                <a:latin typeface="Barlow"/>
                <a:ea typeface="Barlow"/>
                <a:cs typeface="Barlow"/>
                <a:sym typeface="Barlow"/>
              </a:defRPr>
            </a:lvl5pPr>
            <a:lvl6pPr marL="2743200" lvl="5" indent="-273050">
              <a:spcBef>
                <a:spcPts val="0"/>
              </a:spcBef>
              <a:spcAft>
                <a:spcPts val="0"/>
              </a:spcAft>
              <a:buClr>
                <a:schemeClr val="dk1"/>
              </a:buClr>
              <a:buSzPts val="700"/>
              <a:buFont typeface="Barlow"/>
              <a:buChar char="■"/>
              <a:defRPr sz="700">
                <a:latin typeface="Barlow"/>
                <a:ea typeface="Barlow"/>
                <a:cs typeface="Barlow"/>
                <a:sym typeface="Barlow"/>
              </a:defRPr>
            </a:lvl6pPr>
            <a:lvl7pPr marL="3200400" lvl="6" indent="-273050">
              <a:spcBef>
                <a:spcPts val="0"/>
              </a:spcBef>
              <a:spcAft>
                <a:spcPts val="0"/>
              </a:spcAft>
              <a:buClr>
                <a:schemeClr val="dk1"/>
              </a:buClr>
              <a:buSzPts val="700"/>
              <a:buFont typeface="Barlow"/>
              <a:buChar char="●"/>
              <a:defRPr sz="700">
                <a:latin typeface="Barlow"/>
                <a:ea typeface="Barlow"/>
                <a:cs typeface="Barlow"/>
                <a:sym typeface="Barlow"/>
              </a:defRPr>
            </a:lvl7pPr>
            <a:lvl8pPr marL="3657600" lvl="7" indent="-273050">
              <a:spcBef>
                <a:spcPts val="0"/>
              </a:spcBef>
              <a:spcAft>
                <a:spcPts val="0"/>
              </a:spcAft>
              <a:buClr>
                <a:schemeClr val="dk1"/>
              </a:buClr>
              <a:buSzPts val="700"/>
              <a:buFont typeface="Barlow"/>
              <a:buChar char="○"/>
              <a:defRPr sz="700">
                <a:latin typeface="Barlow"/>
                <a:ea typeface="Barlow"/>
                <a:cs typeface="Barlow"/>
                <a:sym typeface="Barlow"/>
              </a:defRPr>
            </a:lvl8pPr>
            <a:lvl9pPr marL="4114800" lvl="8" indent="-273050">
              <a:spcBef>
                <a:spcPts val="0"/>
              </a:spcBef>
              <a:spcAft>
                <a:spcPts val="0"/>
              </a:spcAft>
              <a:buClr>
                <a:schemeClr val="dk1"/>
              </a:buClr>
              <a:buSzPts val="700"/>
              <a:buFont typeface="Barlow"/>
              <a:buChar char="■"/>
              <a:defRPr sz="700">
                <a:latin typeface="Barlow"/>
                <a:ea typeface="Barlow"/>
                <a:cs typeface="Barlow"/>
                <a:sym typeface="Barlow"/>
              </a:defRPr>
            </a:lvl9pPr>
          </a:lstStyle>
          <a:p>
            <a:endParaRPr/>
          </a:p>
        </p:txBody>
      </p:sp>
      <p:sp>
        <p:nvSpPr>
          <p:cNvPr id="289" name="Google Shape;289;p50"/>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atin typeface="Barlow"/>
                <a:ea typeface="Barlow"/>
                <a:cs typeface="Barlow"/>
                <a:sym typeface="Barlow"/>
              </a:defRPr>
            </a:lvl1pPr>
            <a:lvl2pPr lvl="1">
              <a:buNone/>
              <a:defRPr>
                <a:latin typeface="Barlow"/>
                <a:ea typeface="Barlow"/>
                <a:cs typeface="Barlow"/>
                <a:sym typeface="Barlow"/>
              </a:defRPr>
            </a:lvl2pPr>
            <a:lvl3pPr lvl="2">
              <a:buNone/>
              <a:defRPr>
                <a:latin typeface="Barlow"/>
                <a:ea typeface="Barlow"/>
                <a:cs typeface="Barlow"/>
                <a:sym typeface="Barlow"/>
              </a:defRPr>
            </a:lvl3pPr>
            <a:lvl4pPr lvl="3">
              <a:buNone/>
              <a:defRPr>
                <a:latin typeface="Barlow"/>
                <a:ea typeface="Barlow"/>
                <a:cs typeface="Barlow"/>
                <a:sym typeface="Barlow"/>
              </a:defRPr>
            </a:lvl4pPr>
            <a:lvl5pPr lvl="4">
              <a:buNone/>
              <a:defRPr>
                <a:latin typeface="Barlow"/>
                <a:ea typeface="Barlow"/>
                <a:cs typeface="Barlow"/>
                <a:sym typeface="Barlow"/>
              </a:defRPr>
            </a:lvl5pPr>
            <a:lvl6pPr lvl="5">
              <a:buNone/>
              <a:defRPr>
                <a:latin typeface="Barlow"/>
                <a:ea typeface="Barlow"/>
                <a:cs typeface="Barlow"/>
                <a:sym typeface="Barlow"/>
              </a:defRPr>
            </a:lvl6pPr>
            <a:lvl7pPr lvl="6">
              <a:buNone/>
              <a:defRPr>
                <a:latin typeface="Barlow"/>
                <a:ea typeface="Barlow"/>
                <a:cs typeface="Barlow"/>
                <a:sym typeface="Barlow"/>
              </a:defRPr>
            </a:lvl7pPr>
            <a:lvl8pPr lvl="7">
              <a:buNone/>
              <a:defRPr>
                <a:latin typeface="Barlow"/>
                <a:ea typeface="Barlow"/>
                <a:cs typeface="Barlow"/>
                <a:sym typeface="Barlow"/>
              </a:defRPr>
            </a:lvl8pPr>
            <a:lvl9pPr lvl="8">
              <a:buNone/>
              <a:defRPr>
                <a:latin typeface="Barlow"/>
                <a:ea typeface="Barlow"/>
                <a:cs typeface="Barlow"/>
                <a:sym typeface="Barlow"/>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Quote + Image">
  <p:cSld name="CUSTOM_1">
    <p:bg>
      <p:bgPr>
        <a:solidFill>
          <a:schemeClr val="lt2"/>
        </a:solidFill>
        <a:effectLst/>
      </p:bgPr>
    </p:bg>
    <p:spTree>
      <p:nvGrpSpPr>
        <p:cNvPr id="1" name="Shape 290"/>
        <p:cNvGrpSpPr/>
        <p:nvPr/>
      </p:nvGrpSpPr>
      <p:grpSpPr>
        <a:xfrm>
          <a:off x="0" y="0"/>
          <a:ext cx="0" cy="0"/>
          <a:chOff x="0" y="0"/>
          <a:chExt cx="0" cy="0"/>
        </a:xfrm>
      </p:grpSpPr>
      <p:sp>
        <p:nvSpPr>
          <p:cNvPr id="291" name="Google Shape;291;p51"/>
          <p:cNvSpPr>
            <a:spLocks noGrp="1"/>
          </p:cNvSpPr>
          <p:nvPr>
            <p:ph type="pic" idx="2"/>
          </p:nvPr>
        </p:nvSpPr>
        <p:spPr>
          <a:xfrm>
            <a:off x="5485725" y="523025"/>
            <a:ext cx="3135300" cy="4097700"/>
          </a:xfrm>
          <a:prstGeom prst="roundRect">
            <a:avLst>
              <a:gd name="adj" fmla="val 16667"/>
            </a:avLst>
          </a:prstGeom>
          <a:noFill/>
          <a:ln>
            <a:noFill/>
          </a:ln>
        </p:spPr>
      </p:sp>
      <p:sp>
        <p:nvSpPr>
          <p:cNvPr id="292" name="Google Shape;292;p51"/>
          <p:cNvSpPr txBox="1">
            <a:spLocks noGrp="1"/>
          </p:cNvSpPr>
          <p:nvPr>
            <p:ph type="title"/>
          </p:nvPr>
        </p:nvSpPr>
        <p:spPr>
          <a:xfrm>
            <a:off x="591441" y="391675"/>
            <a:ext cx="4397400" cy="31782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3600"/>
              <a:buFont typeface="Hepta Slab Medium"/>
              <a:buNone/>
              <a:defRPr>
                <a:solidFill>
                  <a:schemeClr val="lt1"/>
                </a:solidFill>
                <a:latin typeface="Hepta Slab Medium"/>
                <a:ea typeface="Hepta Slab Medium"/>
                <a:cs typeface="Hepta Slab Medium"/>
                <a:sym typeface="Hepta Slab Medium"/>
              </a:defRPr>
            </a:lvl1pPr>
            <a:lvl2pPr lvl="1">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2pPr>
            <a:lvl3pPr lvl="2">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3pPr>
            <a:lvl4pPr lvl="3">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4pPr>
            <a:lvl5pPr lvl="4">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5pPr>
            <a:lvl6pPr lvl="5">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6pPr>
            <a:lvl7pPr lvl="6">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7pPr>
            <a:lvl8pPr lvl="7">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8pPr>
            <a:lvl9pPr lvl="8">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9pPr>
          </a:lstStyle>
          <a:p>
            <a:endParaRPr/>
          </a:p>
        </p:txBody>
      </p:sp>
      <p:sp>
        <p:nvSpPr>
          <p:cNvPr id="293" name="Google Shape;293;p51"/>
          <p:cNvSpPr txBox="1">
            <a:spLocks noGrp="1"/>
          </p:cNvSpPr>
          <p:nvPr>
            <p:ph type="body" idx="1"/>
          </p:nvPr>
        </p:nvSpPr>
        <p:spPr>
          <a:xfrm>
            <a:off x="638750" y="4413181"/>
            <a:ext cx="5537100" cy="310500"/>
          </a:xfrm>
          <a:prstGeom prst="rect">
            <a:avLst/>
          </a:prstGeom>
        </p:spPr>
        <p:txBody>
          <a:bodyPr spcFirstLastPara="1" wrap="square" lIns="91425" tIns="91425" rIns="91425" bIns="91425" anchor="b" anchorCtr="0">
            <a:noAutofit/>
          </a:bodyPr>
          <a:lstStyle>
            <a:lvl1pPr marL="457200" lvl="0" indent="-298450">
              <a:spcBef>
                <a:spcPts val="0"/>
              </a:spcBef>
              <a:spcAft>
                <a:spcPts val="0"/>
              </a:spcAft>
              <a:buClr>
                <a:schemeClr val="lt1"/>
              </a:buClr>
              <a:buSzPts val="1100"/>
              <a:buFont typeface="Barlow Medium"/>
              <a:buChar char="●"/>
              <a:defRPr sz="1100">
                <a:solidFill>
                  <a:schemeClr val="lt1"/>
                </a:solidFill>
                <a:latin typeface="Barlow Medium"/>
                <a:ea typeface="Barlow Medium"/>
                <a:cs typeface="Barlow Medium"/>
                <a:sym typeface="Barlow Medium"/>
              </a:defRPr>
            </a:lvl1pPr>
            <a:lvl2pPr marL="914400" lvl="1" indent="-298450">
              <a:spcBef>
                <a:spcPts val="0"/>
              </a:spcBef>
              <a:spcAft>
                <a:spcPts val="0"/>
              </a:spcAft>
              <a:buClr>
                <a:schemeClr val="lt1"/>
              </a:buClr>
              <a:buSzPts val="1100"/>
              <a:buFont typeface="Barlow Medium"/>
              <a:buChar char="○"/>
              <a:defRPr sz="1100">
                <a:solidFill>
                  <a:schemeClr val="lt1"/>
                </a:solidFill>
                <a:latin typeface="Barlow Medium"/>
                <a:ea typeface="Barlow Medium"/>
                <a:cs typeface="Barlow Medium"/>
                <a:sym typeface="Barlow Medium"/>
              </a:defRPr>
            </a:lvl2pPr>
            <a:lvl3pPr marL="1371600" lvl="2" indent="-298450">
              <a:spcBef>
                <a:spcPts val="0"/>
              </a:spcBef>
              <a:spcAft>
                <a:spcPts val="0"/>
              </a:spcAft>
              <a:buClr>
                <a:schemeClr val="lt1"/>
              </a:buClr>
              <a:buSzPts val="1100"/>
              <a:buFont typeface="Barlow Medium"/>
              <a:buChar char="■"/>
              <a:defRPr sz="1100">
                <a:solidFill>
                  <a:schemeClr val="lt1"/>
                </a:solidFill>
                <a:latin typeface="Barlow Medium"/>
                <a:ea typeface="Barlow Medium"/>
                <a:cs typeface="Barlow Medium"/>
                <a:sym typeface="Barlow Medium"/>
              </a:defRPr>
            </a:lvl3pPr>
            <a:lvl4pPr marL="1828800" lvl="3" indent="-298450">
              <a:spcBef>
                <a:spcPts val="0"/>
              </a:spcBef>
              <a:spcAft>
                <a:spcPts val="0"/>
              </a:spcAft>
              <a:buClr>
                <a:schemeClr val="lt1"/>
              </a:buClr>
              <a:buSzPts val="1100"/>
              <a:buFont typeface="Barlow Medium"/>
              <a:buChar char="●"/>
              <a:defRPr sz="1100">
                <a:solidFill>
                  <a:schemeClr val="lt1"/>
                </a:solidFill>
                <a:latin typeface="Barlow Medium"/>
                <a:ea typeface="Barlow Medium"/>
                <a:cs typeface="Barlow Medium"/>
                <a:sym typeface="Barlow Medium"/>
              </a:defRPr>
            </a:lvl4pPr>
            <a:lvl5pPr marL="2286000" lvl="4" indent="-298450">
              <a:spcBef>
                <a:spcPts val="0"/>
              </a:spcBef>
              <a:spcAft>
                <a:spcPts val="0"/>
              </a:spcAft>
              <a:buClr>
                <a:schemeClr val="lt1"/>
              </a:buClr>
              <a:buSzPts val="1100"/>
              <a:buFont typeface="Barlow Medium"/>
              <a:buChar char="○"/>
              <a:defRPr>
                <a:solidFill>
                  <a:schemeClr val="lt1"/>
                </a:solidFill>
                <a:latin typeface="Barlow Medium"/>
                <a:ea typeface="Barlow Medium"/>
                <a:cs typeface="Barlow Medium"/>
                <a:sym typeface="Barlow Medium"/>
              </a:defRPr>
            </a:lvl5pPr>
            <a:lvl6pPr marL="2743200" lvl="5" indent="-298450">
              <a:spcBef>
                <a:spcPts val="0"/>
              </a:spcBef>
              <a:spcAft>
                <a:spcPts val="0"/>
              </a:spcAft>
              <a:buClr>
                <a:schemeClr val="lt1"/>
              </a:buClr>
              <a:buSzPts val="1100"/>
              <a:buFont typeface="Barlow Medium"/>
              <a:buChar char="■"/>
              <a:defRPr sz="1100">
                <a:solidFill>
                  <a:schemeClr val="lt1"/>
                </a:solidFill>
                <a:latin typeface="Barlow Medium"/>
                <a:ea typeface="Barlow Medium"/>
                <a:cs typeface="Barlow Medium"/>
                <a:sym typeface="Barlow Medium"/>
              </a:defRPr>
            </a:lvl6pPr>
            <a:lvl7pPr marL="3200400" lvl="6" indent="-298450">
              <a:spcBef>
                <a:spcPts val="0"/>
              </a:spcBef>
              <a:spcAft>
                <a:spcPts val="0"/>
              </a:spcAft>
              <a:buClr>
                <a:schemeClr val="lt1"/>
              </a:buClr>
              <a:buSzPts val="1100"/>
              <a:buFont typeface="Barlow Medium"/>
              <a:buChar char="●"/>
              <a:defRPr sz="1100">
                <a:solidFill>
                  <a:schemeClr val="lt1"/>
                </a:solidFill>
                <a:latin typeface="Barlow Medium"/>
                <a:ea typeface="Barlow Medium"/>
                <a:cs typeface="Barlow Medium"/>
                <a:sym typeface="Barlow Medium"/>
              </a:defRPr>
            </a:lvl7pPr>
            <a:lvl8pPr marL="3657600" lvl="7" indent="-298450">
              <a:spcBef>
                <a:spcPts val="0"/>
              </a:spcBef>
              <a:spcAft>
                <a:spcPts val="0"/>
              </a:spcAft>
              <a:buClr>
                <a:schemeClr val="lt1"/>
              </a:buClr>
              <a:buSzPts val="1100"/>
              <a:buFont typeface="Barlow Medium"/>
              <a:buChar char="○"/>
              <a:defRPr sz="1100">
                <a:solidFill>
                  <a:schemeClr val="lt1"/>
                </a:solidFill>
                <a:latin typeface="Barlow Medium"/>
                <a:ea typeface="Barlow Medium"/>
                <a:cs typeface="Barlow Medium"/>
                <a:sym typeface="Barlow Medium"/>
              </a:defRPr>
            </a:lvl8pPr>
            <a:lvl9pPr marL="4114800" lvl="8" indent="-298450">
              <a:spcBef>
                <a:spcPts val="0"/>
              </a:spcBef>
              <a:spcAft>
                <a:spcPts val="0"/>
              </a:spcAft>
              <a:buClr>
                <a:schemeClr val="lt1"/>
              </a:buClr>
              <a:buSzPts val="1100"/>
              <a:buFont typeface="Barlow Medium"/>
              <a:buChar char="■"/>
              <a:defRPr sz="1100">
                <a:solidFill>
                  <a:schemeClr val="lt1"/>
                </a:solidFill>
                <a:latin typeface="Barlow Medium"/>
                <a:ea typeface="Barlow Medium"/>
                <a:cs typeface="Barlow Medium"/>
                <a:sym typeface="Barlow Medium"/>
              </a:defRPr>
            </a:lvl9pPr>
          </a:lstStyle>
          <a:p>
            <a:endParaRPr/>
          </a:p>
        </p:txBody>
      </p:sp>
      <p:sp>
        <p:nvSpPr>
          <p:cNvPr id="294" name="Google Shape;294;p51"/>
          <p:cNvSpPr txBox="1">
            <a:spLocks noGrp="1"/>
          </p:cNvSpPr>
          <p:nvPr>
            <p:ph type="sldNum" idx="12"/>
          </p:nvPr>
        </p:nvSpPr>
        <p:spPr>
          <a:xfrm>
            <a:off x="8490529" y="250829"/>
            <a:ext cx="348900" cy="178200"/>
          </a:xfrm>
          <a:prstGeom prst="rect">
            <a:avLst/>
          </a:prstGeom>
        </p:spPr>
        <p:txBody>
          <a:bodyPr spcFirstLastPara="1" wrap="square" lIns="91425" tIns="91425" rIns="91425" bIns="91425" anchor="t" anchorCtr="0">
            <a:noAutofit/>
          </a:bodyPr>
          <a:lstStyle>
            <a:lvl1pPr lvl="0" rtl="0">
              <a:buNone/>
              <a:defRPr sz="1100">
                <a:solidFill>
                  <a:schemeClr val="accent1"/>
                </a:solidFill>
              </a:defRPr>
            </a:lvl1pPr>
            <a:lvl2pPr lvl="1" rtl="0">
              <a:buNone/>
              <a:defRPr sz="1100">
                <a:solidFill>
                  <a:schemeClr val="accent1"/>
                </a:solidFill>
              </a:defRPr>
            </a:lvl2pPr>
            <a:lvl3pPr lvl="2" rtl="0">
              <a:buNone/>
              <a:defRPr sz="1100">
                <a:solidFill>
                  <a:schemeClr val="accent1"/>
                </a:solidFill>
              </a:defRPr>
            </a:lvl3pPr>
            <a:lvl4pPr lvl="3" rtl="0">
              <a:buNone/>
              <a:defRPr sz="1100">
                <a:solidFill>
                  <a:schemeClr val="accent1"/>
                </a:solidFill>
              </a:defRPr>
            </a:lvl4pPr>
            <a:lvl5pPr lvl="4" rtl="0">
              <a:buNone/>
              <a:defRPr sz="1100">
                <a:solidFill>
                  <a:schemeClr val="accent1"/>
                </a:solidFill>
              </a:defRPr>
            </a:lvl5pPr>
            <a:lvl6pPr lvl="5" rtl="0">
              <a:buNone/>
              <a:defRPr sz="1100">
                <a:solidFill>
                  <a:schemeClr val="accent1"/>
                </a:solidFill>
              </a:defRPr>
            </a:lvl6pPr>
            <a:lvl7pPr lvl="6" rtl="0">
              <a:buNone/>
              <a:defRPr sz="1100">
                <a:solidFill>
                  <a:schemeClr val="accent1"/>
                </a:solidFill>
              </a:defRPr>
            </a:lvl7pPr>
            <a:lvl8pPr lvl="7" rtl="0">
              <a:buNone/>
              <a:defRPr sz="1100">
                <a:solidFill>
                  <a:schemeClr val="accent1"/>
                </a:solidFill>
              </a:defRPr>
            </a:lvl8pPr>
            <a:lvl9pPr lvl="8" rtl="0">
              <a:buNone/>
              <a:defRPr sz="1100">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Goals + 5 Images">
  <p:cSld name="CUSTOM_2">
    <p:bg>
      <p:bgPr>
        <a:solidFill>
          <a:schemeClr val="dk1"/>
        </a:solidFill>
        <a:effectLst/>
      </p:bgPr>
    </p:bg>
    <p:spTree>
      <p:nvGrpSpPr>
        <p:cNvPr id="1" name="Shape 295"/>
        <p:cNvGrpSpPr/>
        <p:nvPr/>
      </p:nvGrpSpPr>
      <p:grpSpPr>
        <a:xfrm>
          <a:off x="0" y="0"/>
          <a:ext cx="0" cy="0"/>
          <a:chOff x="0" y="0"/>
          <a:chExt cx="0" cy="0"/>
        </a:xfrm>
      </p:grpSpPr>
      <p:sp>
        <p:nvSpPr>
          <p:cNvPr id="296" name="Google Shape;296;p52"/>
          <p:cNvSpPr txBox="1">
            <a:spLocks noGrp="1"/>
          </p:cNvSpPr>
          <p:nvPr>
            <p:ph type="body" idx="1"/>
          </p:nvPr>
        </p:nvSpPr>
        <p:spPr>
          <a:xfrm>
            <a:off x="5481425" y="2715575"/>
            <a:ext cx="1294800" cy="223200"/>
          </a:xfrm>
          <a:prstGeom prst="rect">
            <a:avLst/>
          </a:prstGeom>
        </p:spPr>
        <p:txBody>
          <a:bodyPr spcFirstLastPara="1" wrap="square" lIns="0" tIns="0" rIns="0" bIns="0" anchor="t" anchorCtr="0">
            <a:noAutofit/>
          </a:bodyPr>
          <a:lstStyle>
            <a:lvl1pPr marL="457200" lvl="0"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marL="914400" lvl="1"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marL="1371600" lvl="2"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marL="1828800" lvl="3"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marL="2286000" lvl="4"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marL="2743200" lvl="5"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marL="3200400" lvl="6"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marL="3657600" lvl="7"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marL="4114800" lvl="8"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a:endParaRPr/>
          </a:p>
        </p:txBody>
      </p:sp>
      <p:sp>
        <p:nvSpPr>
          <p:cNvPr id="297" name="Google Shape;297;p52"/>
          <p:cNvSpPr txBox="1">
            <a:spLocks noGrp="1"/>
          </p:cNvSpPr>
          <p:nvPr>
            <p:ph type="body" idx="2"/>
          </p:nvPr>
        </p:nvSpPr>
        <p:spPr>
          <a:xfrm>
            <a:off x="3918400" y="2715725"/>
            <a:ext cx="1294800" cy="223200"/>
          </a:xfrm>
          <a:prstGeom prst="rect">
            <a:avLst/>
          </a:prstGeom>
        </p:spPr>
        <p:txBody>
          <a:bodyPr spcFirstLastPara="1" wrap="square" lIns="0" tIns="0" rIns="0" bIns="0" anchor="t" anchorCtr="0">
            <a:noAutofit/>
          </a:bodyPr>
          <a:lstStyle>
            <a:lvl1pPr marL="457200" lvl="0"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marL="914400" lvl="1"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marL="1371600" lvl="2"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marL="1828800" lvl="3"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marL="2286000" lvl="4"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marL="2743200" lvl="5"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marL="3200400" lvl="6"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marL="3657600" lvl="7"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marL="4114800" lvl="8"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a:endParaRPr/>
          </a:p>
        </p:txBody>
      </p:sp>
      <p:sp>
        <p:nvSpPr>
          <p:cNvPr id="298" name="Google Shape;298;p52"/>
          <p:cNvSpPr txBox="1">
            <a:spLocks noGrp="1"/>
          </p:cNvSpPr>
          <p:nvPr>
            <p:ph type="body" idx="3"/>
          </p:nvPr>
        </p:nvSpPr>
        <p:spPr>
          <a:xfrm>
            <a:off x="2349550" y="2715575"/>
            <a:ext cx="1294800" cy="223200"/>
          </a:xfrm>
          <a:prstGeom prst="rect">
            <a:avLst/>
          </a:prstGeom>
        </p:spPr>
        <p:txBody>
          <a:bodyPr spcFirstLastPara="1" wrap="square" lIns="0" tIns="0" rIns="0" bIns="0" anchor="t" anchorCtr="0">
            <a:noAutofit/>
          </a:bodyPr>
          <a:lstStyle>
            <a:lvl1pPr marL="457200" lvl="0"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marL="914400" lvl="1"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marL="1371600" lvl="2"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marL="1828800" lvl="3"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marL="2286000" lvl="4"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marL="2743200" lvl="5"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marL="3200400" lvl="6"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marL="3657600" lvl="7"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marL="4114800" lvl="8"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a:endParaRPr/>
          </a:p>
        </p:txBody>
      </p:sp>
      <p:sp>
        <p:nvSpPr>
          <p:cNvPr id="299" name="Google Shape;299;p52"/>
          <p:cNvSpPr txBox="1">
            <a:spLocks noGrp="1"/>
          </p:cNvSpPr>
          <p:nvPr>
            <p:ph type="body" idx="4"/>
          </p:nvPr>
        </p:nvSpPr>
        <p:spPr>
          <a:xfrm>
            <a:off x="791150" y="2615450"/>
            <a:ext cx="1294800" cy="100200"/>
          </a:xfrm>
          <a:prstGeom prst="rect">
            <a:avLst/>
          </a:prstGeom>
        </p:spPr>
        <p:txBody>
          <a:bodyPr spcFirstLastPara="1" wrap="square" lIns="0" tIns="0" rIns="0" bIns="0" anchor="t" anchorCtr="0">
            <a:noAutofit/>
          </a:bodyPr>
          <a:lstStyle>
            <a:lvl1pPr marL="457200" lvl="0" indent="-27305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1pPr>
            <a:lvl2pPr marL="914400" lvl="1" indent="-27305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2pPr>
            <a:lvl3pPr marL="1371600" lvl="2" indent="-27305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3pPr>
            <a:lvl4pPr marL="1828800" lvl="3" indent="-27305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4pPr>
            <a:lvl5pPr marL="2286000" lvl="4" indent="-27305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5pPr>
            <a:lvl6pPr marL="2743200" lvl="5" indent="-27305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6pPr>
            <a:lvl7pPr marL="3200400" lvl="6" indent="-27305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7pPr>
            <a:lvl8pPr marL="3657600" lvl="7" indent="-27305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8pPr>
            <a:lvl9pPr marL="4114800" lvl="8" indent="-27305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9pPr>
          </a:lstStyle>
          <a:p>
            <a:endParaRPr/>
          </a:p>
        </p:txBody>
      </p:sp>
      <p:sp>
        <p:nvSpPr>
          <p:cNvPr id="300" name="Google Shape;300;p52"/>
          <p:cNvSpPr txBox="1">
            <a:spLocks noGrp="1"/>
          </p:cNvSpPr>
          <p:nvPr>
            <p:ph type="body" idx="5"/>
          </p:nvPr>
        </p:nvSpPr>
        <p:spPr>
          <a:xfrm>
            <a:off x="791150" y="2715500"/>
            <a:ext cx="1294800" cy="223200"/>
          </a:xfrm>
          <a:prstGeom prst="rect">
            <a:avLst/>
          </a:prstGeom>
        </p:spPr>
        <p:txBody>
          <a:bodyPr spcFirstLastPara="1" wrap="square" lIns="0" tIns="0" rIns="0" bIns="0" anchor="t" anchorCtr="0">
            <a:noAutofit/>
          </a:bodyPr>
          <a:lstStyle>
            <a:lvl1pPr marL="457200" lvl="0"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marL="914400" lvl="1"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marL="1371600" lvl="2"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marL="1828800" lvl="3"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marL="2286000" lvl="4"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marL="2743200" lvl="5"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marL="3200400" lvl="6"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marL="3657600" lvl="7"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marL="4114800" lvl="8"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a:endParaRPr/>
          </a:p>
        </p:txBody>
      </p:sp>
      <p:sp>
        <p:nvSpPr>
          <p:cNvPr id="301" name="Google Shape;301;p52"/>
          <p:cNvSpPr txBox="1">
            <a:spLocks noGrp="1"/>
          </p:cNvSpPr>
          <p:nvPr>
            <p:ph type="body" idx="6"/>
          </p:nvPr>
        </p:nvSpPr>
        <p:spPr>
          <a:xfrm>
            <a:off x="7044450" y="2715500"/>
            <a:ext cx="1294800" cy="223200"/>
          </a:xfrm>
          <a:prstGeom prst="rect">
            <a:avLst/>
          </a:prstGeom>
        </p:spPr>
        <p:txBody>
          <a:bodyPr spcFirstLastPara="1" wrap="square" lIns="0" tIns="0" rIns="0" bIns="0" anchor="t" anchorCtr="0">
            <a:noAutofit/>
          </a:bodyPr>
          <a:lstStyle>
            <a:lvl1pPr marL="457200" lvl="0"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marL="914400" lvl="1"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marL="1371600" lvl="2"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marL="1828800" lvl="3"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marL="2286000" lvl="4"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marL="2743200" lvl="5"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marL="3200400" lvl="6"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marL="3657600" lvl="7"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marL="4114800" lvl="8"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a:endParaRPr/>
          </a:p>
        </p:txBody>
      </p:sp>
      <p:cxnSp>
        <p:nvCxnSpPr>
          <p:cNvPr id="302" name="Google Shape;302;p52"/>
          <p:cNvCxnSpPr/>
          <p:nvPr/>
        </p:nvCxnSpPr>
        <p:spPr>
          <a:xfrm rot="10800000">
            <a:off x="827250" y="1481375"/>
            <a:ext cx="7489500" cy="0"/>
          </a:xfrm>
          <a:prstGeom prst="straightConnector1">
            <a:avLst/>
          </a:prstGeom>
          <a:noFill/>
          <a:ln w="19050" cap="flat" cmpd="sng">
            <a:solidFill>
              <a:schemeClr val="accent1"/>
            </a:solidFill>
            <a:prstDash val="solid"/>
            <a:round/>
            <a:headEnd type="none" w="med" len="med"/>
            <a:tailEnd type="none" w="med" len="med"/>
          </a:ln>
        </p:spPr>
      </p:cxnSp>
      <p:sp>
        <p:nvSpPr>
          <p:cNvPr id="303" name="Google Shape;303;p52"/>
          <p:cNvSpPr>
            <a:spLocks noGrp="1"/>
          </p:cNvSpPr>
          <p:nvPr>
            <p:ph type="pic" idx="7"/>
          </p:nvPr>
        </p:nvSpPr>
        <p:spPr>
          <a:xfrm>
            <a:off x="7049625" y="523025"/>
            <a:ext cx="1305900" cy="1918500"/>
          </a:xfrm>
          <a:prstGeom prst="roundRect">
            <a:avLst>
              <a:gd name="adj" fmla="val 16667"/>
            </a:avLst>
          </a:prstGeom>
          <a:noFill/>
          <a:ln>
            <a:noFill/>
          </a:ln>
        </p:spPr>
      </p:sp>
      <p:sp>
        <p:nvSpPr>
          <p:cNvPr id="304" name="Google Shape;304;p52"/>
          <p:cNvSpPr>
            <a:spLocks noGrp="1"/>
          </p:cNvSpPr>
          <p:nvPr>
            <p:ph type="pic" idx="8"/>
          </p:nvPr>
        </p:nvSpPr>
        <p:spPr>
          <a:xfrm>
            <a:off x="784775" y="522100"/>
            <a:ext cx="1305900" cy="1918500"/>
          </a:xfrm>
          <a:prstGeom prst="roundRect">
            <a:avLst>
              <a:gd name="adj" fmla="val 16667"/>
            </a:avLst>
          </a:prstGeom>
          <a:noFill/>
          <a:ln>
            <a:noFill/>
          </a:ln>
        </p:spPr>
      </p:sp>
      <p:sp>
        <p:nvSpPr>
          <p:cNvPr id="305" name="Google Shape;305;p52"/>
          <p:cNvSpPr>
            <a:spLocks noGrp="1"/>
          </p:cNvSpPr>
          <p:nvPr>
            <p:ph type="pic" idx="9"/>
          </p:nvPr>
        </p:nvSpPr>
        <p:spPr>
          <a:xfrm>
            <a:off x="2343950" y="523500"/>
            <a:ext cx="1305900" cy="1918500"/>
          </a:xfrm>
          <a:prstGeom prst="roundRect">
            <a:avLst>
              <a:gd name="adj" fmla="val 16667"/>
            </a:avLst>
          </a:prstGeom>
          <a:noFill/>
          <a:ln>
            <a:noFill/>
          </a:ln>
        </p:spPr>
      </p:sp>
      <p:sp>
        <p:nvSpPr>
          <p:cNvPr id="306" name="Google Shape;306;p52"/>
          <p:cNvSpPr>
            <a:spLocks noGrp="1"/>
          </p:cNvSpPr>
          <p:nvPr>
            <p:ph type="pic" idx="13"/>
          </p:nvPr>
        </p:nvSpPr>
        <p:spPr>
          <a:xfrm>
            <a:off x="3915213" y="523500"/>
            <a:ext cx="1305900" cy="1918500"/>
          </a:xfrm>
          <a:prstGeom prst="roundRect">
            <a:avLst>
              <a:gd name="adj" fmla="val 16667"/>
            </a:avLst>
          </a:prstGeom>
          <a:noFill/>
          <a:ln>
            <a:noFill/>
          </a:ln>
        </p:spPr>
      </p:sp>
      <p:sp>
        <p:nvSpPr>
          <p:cNvPr id="307" name="Google Shape;307;p52"/>
          <p:cNvSpPr>
            <a:spLocks noGrp="1"/>
          </p:cNvSpPr>
          <p:nvPr>
            <p:ph type="pic" idx="14"/>
          </p:nvPr>
        </p:nvSpPr>
        <p:spPr>
          <a:xfrm>
            <a:off x="5490975" y="523500"/>
            <a:ext cx="1305900" cy="1918500"/>
          </a:xfrm>
          <a:prstGeom prst="roundRect">
            <a:avLst>
              <a:gd name="adj" fmla="val 16667"/>
            </a:avLst>
          </a:prstGeom>
          <a:noFill/>
          <a:ln>
            <a:noFill/>
          </a:ln>
        </p:spPr>
      </p:sp>
      <p:sp>
        <p:nvSpPr>
          <p:cNvPr id="308" name="Google Shape;308;p52"/>
          <p:cNvSpPr txBox="1">
            <a:spLocks noGrp="1"/>
          </p:cNvSpPr>
          <p:nvPr>
            <p:ph type="body" idx="15"/>
          </p:nvPr>
        </p:nvSpPr>
        <p:spPr>
          <a:xfrm>
            <a:off x="5481425" y="4112700"/>
            <a:ext cx="2877600" cy="505200"/>
          </a:xfrm>
          <a:prstGeom prst="rect">
            <a:avLst/>
          </a:prstGeom>
        </p:spPr>
        <p:txBody>
          <a:bodyPr spcFirstLastPara="1" wrap="square" lIns="0" tIns="0" rIns="0" bIns="0" anchor="t" anchorCtr="0">
            <a:noAutofit/>
          </a:bodyPr>
          <a:lstStyle>
            <a:lvl1pPr marL="457200" lvl="0"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marL="914400" lvl="1"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marL="1371600" lvl="2"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marL="1828800" lvl="3"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marL="2286000" lvl="4" indent="-298450">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marL="2743200" lvl="5"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marL="3200400" lvl="6"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marL="3657600" lvl="7"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marL="4114800" lvl="8"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a:endParaRPr/>
          </a:p>
        </p:txBody>
      </p:sp>
      <p:sp>
        <p:nvSpPr>
          <p:cNvPr id="309" name="Google Shape;309;p52"/>
          <p:cNvSpPr txBox="1">
            <a:spLocks noGrp="1"/>
          </p:cNvSpPr>
          <p:nvPr>
            <p:ph type="subTitle" idx="16"/>
          </p:nvPr>
        </p:nvSpPr>
        <p:spPr>
          <a:xfrm>
            <a:off x="5481425" y="3897300"/>
            <a:ext cx="2877600" cy="215400"/>
          </a:xfrm>
          <a:prstGeom prst="rect">
            <a:avLst/>
          </a:prstGeom>
        </p:spPr>
        <p:txBody>
          <a:bodyPr spcFirstLastPara="1" wrap="square" lIns="0" tIns="0" rIns="0" bIns="0" anchor="t" anchorCtr="0">
            <a:noAutofit/>
          </a:bodyPr>
          <a:lstStyle>
            <a:lvl1pPr lvl="0">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1pPr>
            <a:lvl2pPr lvl="1">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2pPr>
            <a:lvl3pPr lvl="2">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3pPr>
            <a:lvl4pPr lvl="3">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4pPr>
            <a:lvl5pPr lvl="4">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5pPr>
            <a:lvl6pPr lvl="5">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6pPr>
            <a:lvl7pPr lvl="6">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7pPr>
            <a:lvl8pPr lvl="7">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8pPr>
            <a:lvl9pPr lvl="8">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9pPr>
          </a:lstStyle>
          <a:p>
            <a:endParaRPr/>
          </a:p>
        </p:txBody>
      </p:sp>
      <p:sp>
        <p:nvSpPr>
          <p:cNvPr id="310" name="Google Shape;310;p52"/>
          <p:cNvSpPr txBox="1">
            <a:spLocks noGrp="1"/>
          </p:cNvSpPr>
          <p:nvPr>
            <p:ph type="body" idx="17"/>
          </p:nvPr>
        </p:nvSpPr>
        <p:spPr>
          <a:xfrm>
            <a:off x="2349500" y="2615450"/>
            <a:ext cx="1294800" cy="100200"/>
          </a:xfrm>
          <a:prstGeom prst="rect">
            <a:avLst/>
          </a:prstGeom>
        </p:spPr>
        <p:txBody>
          <a:bodyPr spcFirstLastPara="1" wrap="square" lIns="0" tIns="0" rIns="0" bIns="0" anchor="t" anchorCtr="0">
            <a:noAutofit/>
          </a:bodyPr>
          <a:lstStyle>
            <a:lvl1pPr marL="457200" lvl="0" indent="-27305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1pPr>
            <a:lvl2pPr marL="914400" lvl="1" indent="-27305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2pPr>
            <a:lvl3pPr marL="1371600" lvl="2" indent="-27305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3pPr>
            <a:lvl4pPr marL="1828800" lvl="3" indent="-27305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4pPr>
            <a:lvl5pPr marL="2286000" lvl="4" indent="-27305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5pPr>
            <a:lvl6pPr marL="2743200" lvl="5" indent="-27305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6pPr>
            <a:lvl7pPr marL="3200400" lvl="6" indent="-27305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7pPr>
            <a:lvl8pPr marL="3657600" lvl="7" indent="-27305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8pPr>
            <a:lvl9pPr marL="4114800" lvl="8" indent="-27305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9pPr>
          </a:lstStyle>
          <a:p>
            <a:endParaRPr/>
          </a:p>
        </p:txBody>
      </p:sp>
      <p:sp>
        <p:nvSpPr>
          <p:cNvPr id="311" name="Google Shape;311;p52"/>
          <p:cNvSpPr txBox="1">
            <a:spLocks noGrp="1"/>
          </p:cNvSpPr>
          <p:nvPr>
            <p:ph type="body" idx="18"/>
          </p:nvPr>
        </p:nvSpPr>
        <p:spPr>
          <a:xfrm>
            <a:off x="3915488" y="2615450"/>
            <a:ext cx="1294800" cy="100200"/>
          </a:xfrm>
          <a:prstGeom prst="rect">
            <a:avLst/>
          </a:prstGeom>
        </p:spPr>
        <p:txBody>
          <a:bodyPr spcFirstLastPara="1" wrap="square" lIns="0" tIns="0" rIns="0" bIns="0" anchor="t" anchorCtr="0">
            <a:noAutofit/>
          </a:bodyPr>
          <a:lstStyle>
            <a:lvl1pPr marL="457200" lvl="0" indent="-27305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1pPr>
            <a:lvl2pPr marL="914400" lvl="1" indent="-27305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2pPr>
            <a:lvl3pPr marL="1371600" lvl="2" indent="-27305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3pPr>
            <a:lvl4pPr marL="1828800" lvl="3" indent="-27305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4pPr>
            <a:lvl5pPr marL="2286000" lvl="4" indent="-27305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5pPr>
            <a:lvl6pPr marL="2743200" lvl="5" indent="-27305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6pPr>
            <a:lvl7pPr marL="3200400" lvl="6" indent="-27305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7pPr>
            <a:lvl8pPr marL="3657600" lvl="7" indent="-27305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8pPr>
            <a:lvl9pPr marL="4114800" lvl="8" indent="-27305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9pPr>
          </a:lstStyle>
          <a:p>
            <a:endParaRPr/>
          </a:p>
        </p:txBody>
      </p:sp>
      <p:sp>
        <p:nvSpPr>
          <p:cNvPr id="312" name="Google Shape;312;p52"/>
          <p:cNvSpPr txBox="1">
            <a:spLocks noGrp="1"/>
          </p:cNvSpPr>
          <p:nvPr>
            <p:ph type="body" idx="19"/>
          </p:nvPr>
        </p:nvSpPr>
        <p:spPr>
          <a:xfrm>
            <a:off x="5479963" y="2615450"/>
            <a:ext cx="1294800" cy="100200"/>
          </a:xfrm>
          <a:prstGeom prst="rect">
            <a:avLst/>
          </a:prstGeom>
        </p:spPr>
        <p:txBody>
          <a:bodyPr spcFirstLastPara="1" wrap="square" lIns="0" tIns="0" rIns="0" bIns="0" anchor="t" anchorCtr="0">
            <a:noAutofit/>
          </a:bodyPr>
          <a:lstStyle>
            <a:lvl1pPr marL="457200" lvl="0" indent="-27305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1pPr>
            <a:lvl2pPr marL="914400" lvl="1" indent="-27305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2pPr>
            <a:lvl3pPr marL="1371600" lvl="2" indent="-27305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3pPr>
            <a:lvl4pPr marL="1828800" lvl="3" indent="-27305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4pPr>
            <a:lvl5pPr marL="2286000" lvl="4" indent="-27305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5pPr>
            <a:lvl6pPr marL="2743200" lvl="5" indent="-27305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6pPr>
            <a:lvl7pPr marL="3200400" lvl="6" indent="-27305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7pPr>
            <a:lvl8pPr marL="3657600" lvl="7" indent="-27305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8pPr>
            <a:lvl9pPr marL="4114800" lvl="8" indent="-27305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9pPr>
          </a:lstStyle>
          <a:p>
            <a:endParaRPr/>
          </a:p>
        </p:txBody>
      </p:sp>
      <p:sp>
        <p:nvSpPr>
          <p:cNvPr id="313" name="Google Shape;313;p52"/>
          <p:cNvSpPr txBox="1">
            <a:spLocks noGrp="1"/>
          </p:cNvSpPr>
          <p:nvPr>
            <p:ph type="body" idx="20"/>
          </p:nvPr>
        </p:nvSpPr>
        <p:spPr>
          <a:xfrm>
            <a:off x="7047338" y="2615450"/>
            <a:ext cx="1294800" cy="100200"/>
          </a:xfrm>
          <a:prstGeom prst="rect">
            <a:avLst/>
          </a:prstGeom>
        </p:spPr>
        <p:txBody>
          <a:bodyPr spcFirstLastPara="1" wrap="square" lIns="0" tIns="0" rIns="0" bIns="0" anchor="t" anchorCtr="0">
            <a:noAutofit/>
          </a:bodyPr>
          <a:lstStyle>
            <a:lvl1pPr marL="457200" lvl="0" indent="-27305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1pPr>
            <a:lvl2pPr marL="914400" lvl="1" indent="-27305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2pPr>
            <a:lvl3pPr marL="1371600" lvl="2" indent="-27305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3pPr>
            <a:lvl4pPr marL="1828800" lvl="3" indent="-27305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4pPr>
            <a:lvl5pPr marL="2286000" lvl="4" indent="-27305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5pPr>
            <a:lvl6pPr marL="2743200" lvl="5" indent="-27305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6pPr>
            <a:lvl7pPr marL="3200400" lvl="6" indent="-27305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7pPr>
            <a:lvl8pPr marL="3657600" lvl="7" indent="-27305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8pPr>
            <a:lvl9pPr marL="4114800" lvl="8" indent="-27305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9pPr>
          </a:lstStyle>
          <a:p>
            <a:endParaRPr/>
          </a:p>
        </p:txBody>
      </p:sp>
      <p:sp>
        <p:nvSpPr>
          <p:cNvPr id="314" name="Google Shape;314;p52"/>
          <p:cNvSpPr txBox="1">
            <a:spLocks noGrp="1"/>
          </p:cNvSpPr>
          <p:nvPr>
            <p:ph type="sldNum" idx="12"/>
          </p:nvPr>
        </p:nvSpPr>
        <p:spPr>
          <a:xfrm>
            <a:off x="8490529" y="250829"/>
            <a:ext cx="348900" cy="178200"/>
          </a:xfrm>
          <a:prstGeom prst="rect">
            <a:avLst/>
          </a:prstGeom>
        </p:spPr>
        <p:txBody>
          <a:bodyPr spcFirstLastPara="1" wrap="square" lIns="91425" tIns="91425" rIns="91425" bIns="91425" anchor="t" anchorCtr="0">
            <a:noAutofit/>
          </a:bodyPr>
          <a:lstStyle>
            <a:lvl1pPr lvl="0" rtl="0">
              <a:buNone/>
              <a:defRPr sz="1100">
                <a:solidFill>
                  <a:schemeClr val="accent1"/>
                </a:solidFill>
              </a:defRPr>
            </a:lvl1pPr>
            <a:lvl2pPr lvl="1" rtl="0">
              <a:buNone/>
              <a:defRPr sz="1100">
                <a:solidFill>
                  <a:schemeClr val="accent1"/>
                </a:solidFill>
              </a:defRPr>
            </a:lvl2pPr>
            <a:lvl3pPr lvl="2" rtl="0">
              <a:buNone/>
              <a:defRPr sz="1100">
                <a:solidFill>
                  <a:schemeClr val="accent1"/>
                </a:solidFill>
              </a:defRPr>
            </a:lvl3pPr>
            <a:lvl4pPr lvl="3" rtl="0">
              <a:buNone/>
              <a:defRPr sz="1100">
                <a:solidFill>
                  <a:schemeClr val="accent1"/>
                </a:solidFill>
              </a:defRPr>
            </a:lvl4pPr>
            <a:lvl5pPr lvl="4" rtl="0">
              <a:buNone/>
              <a:defRPr sz="1100">
                <a:solidFill>
                  <a:schemeClr val="accent1"/>
                </a:solidFill>
              </a:defRPr>
            </a:lvl5pPr>
            <a:lvl6pPr lvl="5" rtl="0">
              <a:buNone/>
              <a:defRPr sz="1100">
                <a:solidFill>
                  <a:schemeClr val="accent1"/>
                </a:solidFill>
              </a:defRPr>
            </a:lvl6pPr>
            <a:lvl7pPr lvl="6" rtl="0">
              <a:buNone/>
              <a:defRPr sz="1100">
                <a:solidFill>
                  <a:schemeClr val="accent1"/>
                </a:solidFill>
              </a:defRPr>
            </a:lvl7pPr>
            <a:lvl8pPr lvl="7" rtl="0">
              <a:buNone/>
              <a:defRPr sz="1100">
                <a:solidFill>
                  <a:schemeClr val="accent1"/>
                </a:solidFill>
              </a:defRPr>
            </a:lvl8pPr>
            <a:lvl9pPr lvl="8" rtl="0">
              <a:buNone/>
              <a:defRPr sz="1100">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Strategy Canvas / Line Graph">
  <p:cSld name="CUSTOM_3">
    <p:bg>
      <p:bgPr>
        <a:solidFill>
          <a:schemeClr val="dk1"/>
        </a:solidFill>
        <a:effectLst/>
      </p:bgPr>
    </p:bg>
    <p:spTree>
      <p:nvGrpSpPr>
        <p:cNvPr id="1" name="Shape 315"/>
        <p:cNvGrpSpPr/>
        <p:nvPr/>
      </p:nvGrpSpPr>
      <p:grpSpPr>
        <a:xfrm>
          <a:off x="0" y="0"/>
          <a:ext cx="0" cy="0"/>
          <a:chOff x="0" y="0"/>
          <a:chExt cx="0" cy="0"/>
        </a:xfrm>
      </p:grpSpPr>
      <p:sp>
        <p:nvSpPr>
          <p:cNvPr id="316" name="Google Shape;316;p53"/>
          <p:cNvSpPr txBox="1">
            <a:spLocks noGrp="1"/>
          </p:cNvSpPr>
          <p:nvPr>
            <p:ph type="body" idx="1"/>
          </p:nvPr>
        </p:nvSpPr>
        <p:spPr>
          <a:xfrm>
            <a:off x="3917825" y="4024920"/>
            <a:ext cx="4441200" cy="505200"/>
          </a:xfrm>
          <a:prstGeom prst="rect">
            <a:avLst/>
          </a:prstGeom>
        </p:spPr>
        <p:txBody>
          <a:bodyPr spcFirstLastPara="1" wrap="square" lIns="0" tIns="0" rIns="0" bIns="0" anchor="t" anchorCtr="0">
            <a:noAutofit/>
          </a:bodyPr>
          <a:lstStyle>
            <a:lvl1pPr marL="457200" lvl="0"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marL="914400" lvl="1"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marL="1371600" lvl="2"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marL="1828800" lvl="3"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marL="2286000" lvl="4" indent="-298450">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marL="2743200" lvl="5"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marL="3200400" lvl="6"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marL="3657600" lvl="7"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marL="4114800" lvl="8"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a:endParaRPr/>
          </a:p>
        </p:txBody>
      </p:sp>
      <p:sp>
        <p:nvSpPr>
          <p:cNvPr id="317" name="Google Shape;317;p53"/>
          <p:cNvSpPr txBox="1">
            <a:spLocks noGrp="1"/>
          </p:cNvSpPr>
          <p:nvPr>
            <p:ph type="subTitle" idx="2"/>
          </p:nvPr>
        </p:nvSpPr>
        <p:spPr>
          <a:xfrm>
            <a:off x="783675" y="3967895"/>
            <a:ext cx="2877600" cy="431100"/>
          </a:xfrm>
          <a:prstGeom prst="rect">
            <a:avLst/>
          </a:prstGeom>
        </p:spPr>
        <p:txBody>
          <a:bodyPr spcFirstLastPara="1" wrap="square" lIns="0" tIns="0" rIns="0" bIns="0" anchor="t" anchorCtr="0">
            <a:noAutofit/>
          </a:bodyPr>
          <a:lstStyle>
            <a:lvl1pPr lvl="0">
              <a:spcBef>
                <a:spcPts val="0"/>
              </a:spcBef>
              <a:spcAft>
                <a:spcPts val="0"/>
              </a:spcAft>
              <a:buClr>
                <a:schemeClr val="accent1"/>
              </a:buClr>
              <a:buSzPts val="2800"/>
              <a:buFont typeface="Barlow ExtraLight"/>
              <a:buNone/>
              <a:defRPr sz="2800">
                <a:solidFill>
                  <a:schemeClr val="accent1"/>
                </a:solidFill>
                <a:latin typeface="Barlow ExtraLight"/>
                <a:ea typeface="Barlow ExtraLight"/>
                <a:cs typeface="Barlow ExtraLight"/>
                <a:sym typeface="Barlow ExtraLight"/>
              </a:defRPr>
            </a:lvl1pPr>
            <a:lvl2pPr lvl="1">
              <a:spcBef>
                <a:spcPts val="0"/>
              </a:spcBef>
              <a:spcAft>
                <a:spcPts val="0"/>
              </a:spcAft>
              <a:buClr>
                <a:schemeClr val="accent1"/>
              </a:buClr>
              <a:buSzPts val="2800"/>
              <a:buFont typeface="Barlow ExtraLight"/>
              <a:buNone/>
              <a:defRPr sz="2800">
                <a:solidFill>
                  <a:schemeClr val="accent1"/>
                </a:solidFill>
                <a:latin typeface="Barlow ExtraLight"/>
                <a:ea typeface="Barlow ExtraLight"/>
                <a:cs typeface="Barlow ExtraLight"/>
                <a:sym typeface="Barlow ExtraLight"/>
              </a:defRPr>
            </a:lvl2pPr>
            <a:lvl3pPr lvl="2">
              <a:spcBef>
                <a:spcPts val="0"/>
              </a:spcBef>
              <a:spcAft>
                <a:spcPts val="0"/>
              </a:spcAft>
              <a:buClr>
                <a:schemeClr val="accent1"/>
              </a:buClr>
              <a:buSzPts val="2800"/>
              <a:buFont typeface="Barlow ExtraLight"/>
              <a:buNone/>
              <a:defRPr sz="2800">
                <a:solidFill>
                  <a:schemeClr val="accent1"/>
                </a:solidFill>
                <a:latin typeface="Barlow ExtraLight"/>
                <a:ea typeface="Barlow ExtraLight"/>
                <a:cs typeface="Barlow ExtraLight"/>
                <a:sym typeface="Barlow ExtraLight"/>
              </a:defRPr>
            </a:lvl3pPr>
            <a:lvl4pPr lvl="3">
              <a:spcBef>
                <a:spcPts val="0"/>
              </a:spcBef>
              <a:spcAft>
                <a:spcPts val="0"/>
              </a:spcAft>
              <a:buClr>
                <a:schemeClr val="accent1"/>
              </a:buClr>
              <a:buSzPts val="2800"/>
              <a:buFont typeface="Barlow ExtraLight"/>
              <a:buNone/>
              <a:defRPr sz="2800">
                <a:solidFill>
                  <a:schemeClr val="accent1"/>
                </a:solidFill>
                <a:latin typeface="Barlow ExtraLight"/>
                <a:ea typeface="Barlow ExtraLight"/>
                <a:cs typeface="Barlow ExtraLight"/>
                <a:sym typeface="Barlow ExtraLight"/>
              </a:defRPr>
            </a:lvl4pPr>
            <a:lvl5pPr lvl="4">
              <a:spcBef>
                <a:spcPts val="0"/>
              </a:spcBef>
              <a:spcAft>
                <a:spcPts val="0"/>
              </a:spcAft>
              <a:buClr>
                <a:schemeClr val="accent1"/>
              </a:buClr>
              <a:buSzPts val="2800"/>
              <a:buFont typeface="Barlow ExtraLight"/>
              <a:buNone/>
              <a:defRPr sz="2800">
                <a:solidFill>
                  <a:schemeClr val="accent1"/>
                </a:solidFill>
                <a:latin typeface="Barlow ExtraLight"/>
                <a:ea typeface="Barlow ExtraLight"/>
                <a:cs typeface="Barlow ExtraLight"/>
                <a:sym typeface="Barlow ExtraLight"/>
              </a:defRPr>
            </a:lvl5pPr>
            <a:lvl6pPr lvl="5">
              <a:spcBef>
                <a:spcPts val="0"/>
              </a:spcBef>
              <a:spcAft>
                <a:spcPts val="0"/>
              </a:spcAft>
              <a:buClr>
                <a:schemeClr val="accent1"/>
              </a:buClr>
              <a:buSzPts val="2800"/>
              <a:buFont typeface="Barlow ExtraLight"/>
              <a:buNone/>
              <a:defRPr sz="2800">
                <a:solidFill>
                  <a:schemeClr val="accent1"/>
                </a:solidFill>
                <a:latin typeface="Barlow ExtraLight"/>
                <a:ea typeface="Barlow ExtraLight"/>
                <a:cs typeface="Barlow ExtraLight"/>
                <a:sym typeface="Barlow ExtraLight"/>
              </a:defRPr>
            </a:lvl6pPr>
            <a:lvl7pPr lvl="6">
              <a:spcBef>
                <a:spcPts val="0"/>
              </a:spcBef>
              <a:spcAft>
                <a:spcPts val="0"/>
              </a:spcAft>
              <a:buClr>
                <a:schemeClr val="accent1"/>
              </a:buClr>
              <a:buSzPts val="2800"/>
              <a:buFont typeface="Barlow ExtraLight"/>
              <a:buNone/>
              <a:defRPr sz="2800">
                <a:solidFill>
                  <a:schemeClr val="accent1"/>
                </a:solidFill>
                <a:latin typeface="Barlow ExtraLight"/>
                <a:ea typeface="Barlow ExtraLight"/>
                <a:cs typeface="Barlow ExtraLight"/>
                <a:sym typeface="Barlow ExtraLight"/>
              </a:defRPr>
            </a:lvl7pPr>
            <a:lvl8pPr lvl="7">
              <a:spcBef>
                <a:spcPts val="0"/>
              </a:spcBef>
              <a:spcAft>
                <a:spcPts val="0"/>
              </a:spcAft>
              <a:buClr>
                <a:schemeClr val="accent1"/>
              </a:buClr>
              <a:buSzPts val="2800"/>
              <a:buFont typeface="Barlow ExtraLight"/>
              <a:buNone/>
              <a:defRPr sz="2800">
                <a:solidFill>
                  <a:schemeClr val="accent1"/>
                </a:solidFill>
                <a:latin typeface="Barlow ExtraLight"/>
                <a:ea typeface="Barlow ExtraLight"/>
                <a:cs typeface="Barlow ExtraLight"/>
                <a:sym typeface="Barlow ExtraLight"/>
              </a:defRPr>
            </a:lvl8pPr>
            <a:lvl9pPr lvl="8">
              <a:spcBef>
                <a:spcPts val="0"/>
              </a:spcBef>
              <a:spcAft>
                <a:spcPts val="0"/>
              </a:spcAft>
              <a:buClr>
                <a:schemeClr val="accent1"/>
              </a:buClr>
              <a:buSzPts val="2800"/>
              <a:buFont typeface="Barlow ExtraLight"/>
              <a:buNone/>
              <a:defRPr sz="2800">
                <a:solidFill>
                  <a:schemeClr val="accent1"/>
                </a:solidFill>
                <a:latin typeface="Barlow ExtraLight"/>
                <a:ea typeface="Barlow ExtraLight"/>
                <a:cs typeface="Barlow ExtraLight"/>
                <a:sym typeface="Barlow ExtraLight"/>
              </a:defRPr>
            </a:lvl9pPr>
          </a:lstStyle>
          <a:p>
            <a:endParaRPr/>
          </a:p>
        </p:txBody>
      </p:sp>
      <p:sp>
        <p:nvSpPr>
          <p:cNvPr id="318" name="Google Shape;318;p53"/>
          <p:cNvSpPr txBox="1">
            <a:spLocks noGrp="1"/>
          </p:cNvSpPr>
          <p:nvPr>
            <p:ph type="sldNum" idx="12"/>
          </p:nvPr>
        </p:nvSpPr>
        <p:spPr>
          <a:xfrm>
            <a:off x="8490529" y="250829"/>
            <a:ext cx="348900" cy="178200"/>
          </a:xfrm>
          <a:prstGeom prst="rect">
            <a:avLst/>
          </a:prstGeom>
        </p:spPr>
        <p:txBody>
          <a:bodyPr spcFirstLastPara="1" wrap="square" lIns="91425" tIns="91425" rIns="91425" bIns="91425" anchor="t" anchorCtr="0">
            <a:noAutofit/>
          </a:bodyPr>
          <a:lstStyle>
            <a:lvl1pPr lvl="0" rtl="0">
              <a:buNone/>
              <a:defRPr sz="1100">
                <a:solidFill>
                  <a:schemeClr val="accent1"/>
                </a:solidFill>
              </a:defRPr>
            </a:lvl1pPr>
            <a:lvl2pPr lvl="1" rtl="0">
              <a:buNone/>
              <a:defRPr sz="1100">
                <a:solidFill>
                  <a:schemeClr val="accent1"/>
                </a:solidFill>
              </a:defRPr>
            </a:lvl2pPr>
            <a:lvl3pPr lvl="2" rtl="0">
              <a:buNone/>
              <a:defRPr sz="1100">
                <a:solidFill>
                  <a:schemeClr val="accent1"/>
                </a:solidFill>
              </a:defRPr>
            </a:lvl3pPr>
            <a:lvl4pPr lvl="3" rtl="0">
              <a:buNone/>
              <a:defRPr sz="1100">
                <a:solidFill>
                  <a:schemeClr val="accent1"/>
                </a:solidFill>
              </a:defRPr>
            </a:lvl4pPr>
            <a:lvl5pPr lvl="4" rtl="0">
              <a:buNone/>
              <a:defRPr sz="1100">
                <a:solidFill>
                  <a:schemeClr val="accent1"/>
                </a:solidFill>
              </a:defRPr>
            </a:lvl5pPr>
            <a:lvl6pPr lvl="5" rtl="0">
              <a:buNone/>
              <a:defRPr sz="1100">
                <a:solidFill>
                  <a:schemeClr val="accent1"/>
                </a:solidFill>
              </a:defRPr>
            </a:lvl6pPr>
            <a:lvl7pPr lvl="6" rtl="0">
              <a:buNone/>
              <a:defRPr sz="1100">
                <a:solidFill>
                  <a:schemeClr val="accent1"/>
                </a:solidFill>
              </a:defRPr>
            </a:lvl7pPr>
            <a:lvl8pPr lvl="7" rtl="0">
              <a:buNone/>
              <a:defRPr sz="1100">
                <a:solidFill>
                  <a:schemeClr val="accent1"/>
                </a:solidFill>
              </a:defRPr>
            </a:lvl8pPr>
            <a:lvl9pPr lvl="8" rtl="0">
              <a:buNone/>
              <a:defRPr sz="1100">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Section Header">
  <p:cSld name="CUSTOM_4">
    <p:spTree>
      <p:nvGrpSpPr>
        <p:cNvPr id="1" name="Shape 319"/>
        <p:cNvGrpSpPr/>
        <p:nvPr/>
      </p:nvGrpSpPr>
      <p:grpSpPr>
        <a:xfrm>
          <a:off x="0" y="0"/>
          <a:ext cx="0" cy="0"/>
          <a:chOff x="0" y="0"/>
          <a:chExt cx="0" cy="0"/>
        </a:xfrm>
      </p:grpSpPr>
      <p:sp>
        <p:nvSpPr>
          <p:cNvPr id="320" name="Google Shape;320;p54"/>
          <p:cNvSpPr txBox="1">
            <a:spLocks noGrp="1"/>
          </p:cNvSpPr>
          <p:nvPr>
            <p:ph type="title"/>
          </p:nvPr>
        </p:nvSpPr>
        <p:spPr>
          <a:xfrm>
            <a:off x="697350" y="2932550"/>
            <a:ext cx="7749300" cy="10158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dk1"/>
              </a:buClr>
              <a:buSzPts val="3600"/>
              <a:buFont typeface="Hepta Slab Medium"/>
              <a:buNone/>
              <a:defRPr>
                <a:latin typeface="Hepta Slab Medium"/>
                <a:ea typeface="Hepta Slab Medium"/>
                <a:cs typeface="Hepta Slab Medium"/>
                <a:sym typeface="Hepta Slab Medium"/>
              </a:defRPr>
            </a:lvl1pPr>
            <a:lvl2pPr lvl="1"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2pPr>
            <a:lvl3pPr lvl="2"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3pPr>
            <a:lvl4pPr lvl="3"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4pPr>
            <a:lvl5pPr lvl="4"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5pPr>
            <a:lvl6pPr lvl="5"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6pPr>
            <a:lvl7pPr lvl="6"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7pPr>
            <a:lvl8pPr lvl="7"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8pPr>
            <a:lvl9pPr lvl="8"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9pPr>
          </a:lstStyle>
          <a:p>
            <a:endParaRPr/>
          </a:p>
        </p:txBody>
      </p:sp>
      <p:sp>
        <p:nvSpPr>
          <p:cNvPr id="321" name="Google Shape;321;p54"/>
          <p:cNvSpPr txBox="1">
            <a:spLocks noGrp="1"/>
          </p:cNvSpPr>
          <p:nvPr>
            <p:ph type="title" idx="2"/>
          </p:nvPr>
        </p:nvSpPr>
        <p:spPr>
          <a:xfrm>
            <a:off x="3278250" y="1194450"/>
            <a:ext cx="2587500" cy="1992600"/>
          </a:xfrm>
          <a:prstGeom prst="rect">
            <a:avLst/>
          </a:prstGeom>
        </p:spPr>
        <p:txBody>
          <a:bodyPr spcFirstLastPara="1" wrap="square" lIns="91425" tIns="91425" rIns="91425" bIns="91425" anchor="t" anchorCtr="0">
            <a:noAutofit/>
          </a:bodyPr>
          <a:lstStyle>
            <a:lvl1pPr lvl="0" algn="ctr">
              <a:spcBef>
                <a:spcPts val="0"/>
              </a:spcBef>
              <a:spcAft>
                <a:spcPts val="0"/>
              </a:spcAft>
              <a:buClr>
                <a:schemeClr val="accent2"/>
              </a:buClr>
              <a:buSzPts val="12800"/>
              <a:buNone/>
              <a:defRPr sz="12800">
                <a:solidFill>
                  <a:schemeClr val="accent2"/>
                </a:solidFill>
              </a:defRPr>
            </a:lvl1pPr>
            <a:lvl2pPr lvl="1" algn="ctr">
              <a:spcBef>
                <a:spcPts val="0"/>
              </a:spcBef>
              <a:spcAft>
                <a:spcPts val="0"/>
              </a:spcAft>
              <a:buClr>
                <a:schemeClr val="accent2"/>
              </a:buClr>
              <a:buSzPts val="12800"/>
              <a:buNone/>
              <a:defRPr sz="12800">
                <a:solidFill>
                  <a:schemeClr val="accent2"/>
                </a:solidFill>
                <a:latin typeface="Barlow Light"/>
                <a:ea typeface="Barlow Light"/>
                <a:cs typeface="Barlow Light"/>
                <a:sym typeface="Barlow Light"/>
              </a:defRPr>
            </a:lvl2pPr>
            <a:lvl3pPr lvl="2" algn="ctr">
              <a:spcBef>
                <a:spcPts val="0"/>
              </a:spcBef>
              <a:spcAft>
                <a:spcPts val="0"/>
              </a:spcAft>
              <a:buClr>
                <a:schemeClr val="accent2"/>
              </a:buClr>
              <a:buSzPts val="12800"/>
              <a:buNone/>
              <a:defRPr sz="12800">
                <a:solidFill>
                  <a:schemeClr val="accent2"/>
                </a:solidFill>
                <a:latin typeface="Barlow Light"/>
                <a:ea typeface="Barlow Light"/>
                <a:cs typeface="Barlow Light"/>
                <a:sym typeface="Barlow Light"/>
              </a:defRPr>
            </a:lvl3pPr>
            <a:lvl4pPr lvl="3" algn="ctr">
              <a:spcBef>
                <a:spcPts val="0"/>
              </a:spcBef>
              <a:spcAft>
                <a:spcPts val="0"/>
              </a:spcAft>
              <a:buClr>
                <a:schemeClr val="accent2"/>
              </a:buClr>
              <a:buSzPts val="12800"/>
              <a:buNone/>
              <a:defRPr sz="12800">
                <a:solidFill>
                  <a:schemeClr val="accent2"/>
                </a:solidFill>
                <a:latin typeface="Barlow Light"/>
                <a:ea typeface="Barlow Light"/>
                <a:cs typeface="Barlow Light"/>
                <a:sym typeface="Barlow Light"/>
              </a:defRPr>
            </a:lvl4pPr>
            <a:lvl5pPr lvl="4" algn="ctr">
              <a:spcBef>
                <a:spcPts val="0"/>
              </a:spcBef>
              <a:spcAft>
                <a:spcPts val="0"/>
              </a:spcAft>
              <a:buClr>
                <a:schemeClr val="accent2"/>
              </a:buClr>
              <a:buSzPts val="12800"/>
              <a:buNone/>
              <a:defRPr sz="12800">
                <a:solidFill>
                  <a:schemeClr val="accent2"/>
                </a:solidFill>
                <a:latin typeface="Barlow Light"/>
                <a:ea typeface="Barlow Light"/>
                <a:cs typeface="Barlow Light"/>
                <a:sym typeface="Barlow Light"/>
              </a:defRPr>
            </a:lvl5pPr>
            <a:lvl6pPr lvl="5" algn="ctr">
              <a:spcBef>
                <a:spcPts val="0"/>
              </a:spcBef>
              <a:spcAft>
                <a:spcPts val="0"/>
              </a:spcAft>
              <a:buClr>
                <a:schemeClr val="accent2"/>
              </a:buClr>
              <a:buSzPts val="12800"/>
              <a:buNone/>
              <a:defRPr sz="12800">
                <a:solidFill>
                  <a:schemeClr val="accent2"/>
                </a:solidFill>
                <a:latin typeface="Barlow Light"/>
                <a:ea typeface="Barlow Light"/>
                <a:cs typeface="Barlow Light"/>
                <a:sym typeface="Barlow Light"/>
              </a:defRPr>
            </a:lvl6pPr>
            <a:lvl7pPr lvl="6" algn="ctr">
              <a:spcBef>
                <a:spcPts val="0"/>
              </a:spcBef>
              <a:spcAft>
                <a:spcPts val="0"/>
              </a:spcAft>
              <a:buClr>
                <a:schemeClr val="accent2"/>
              </a:buClr>
              <a:buSzPts val="12800"/>
              <a:buNone/>
              <a:defRPr sz="12800">
                <a:solidFill>
                  <a:schemeClr val="accent2"/>
                </a:solidFill>
                <a:latin typeface="Barlow Light"/>
                <a:ea typeface="Barlow Light"/>
                <a:cs typeface="Barlow Light"/>
                <a:sym typeface="Barlow Light"/>
              </a:defRPr>
            </a:lvl7pPr>
            <a:lvl8pPr lvl="7" algn="ctr">
              <a:spcBef>
                <a:spcPts val="0"/>
              </a:spcBef>
              <a:spcAft>
                <a:spcPts val="0"/>
              </a:spcAft>
              <a:buClr>
                <a:schemeClr val="accent2"/>
              </a:buClr>
              <a:buSzPts val="12800"/>
              <a:buNone/>
              <a:defRPr sz="12800">
                <a:solidFill>
                  <a:schemeClr val="accent2"/>
                </a:solidFill>
                <a:latin typeface="Barlow Light"/>
                <a:ea typeface="Barlow Light"/>
                <a:cs typeface="Barlow Light"/>
                <a:sym typeface="Barlow Light"/>
              </a:defRPr>
            </a:lvl8pPr>
            <a:lvl9pPr lvl="8" algn="ctr">
              <a:spcBef>
                <a:spcPts val="0"/>
              </a:spcBef>
              <a:spcAft>
                <a:spcPts val="0"/>
              </a:spcAft>
              <a:buClr>
                <a:schemeClr val="accent2"/>
              </a:buClr>
              <a:buSzPts val="12800"/>
              <a:buNone/>
              <a:defRPr sz="12800">
                <a:solidFill>
                  <a:schemeClr val="accent2"/>
                </a:solidFill>
                <a:latin typeface="Barlow Light"/>
                <a:ea typeface="Barlow Light"/>
                <a:cs typeface="Barlow Light"/>
                <a:sym typeface="Barlow Light"/>
              </a:defRPr>
            </a:lvl9pPr>
          </a:lstStyle>
          <a:p>
            <a:endParaRPr/>
          </a:p>
        </p:txBody>
      </p:sp>
      <p:sp>
        <p:nvSpPr>
          <p:cNvPr id="322" name="Google Shape;322;p54"/>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KPIs / Objectives">
  <p:cSld name="CUSTOM_5">
    <p:bg>
      <p:bgPr>
        <a:solidFill>
          <a:schemeClr val="dk1"/>
        </a:solidFill>
        <a:effectLst/>
      </p:bgPr>
    </p:bg>
    <p:spTree>
      <p:nvGrpSpPr>
        <p:cNvPr id="1" name="Shape 323"/>
        <p:cNvGrpSpPr/>
        <p:nvPr/>
      </p:nvGrpSpPr>
      <p:grpSpPr>
        <a:xfrm>
          <a:off x="0" y="0"/>
          <a:ext cx="0" cy="0"/>
          <a:chOff x="0" y="0"/>
          <a:chExt cx="0" cy="0"/>
        </a:xfrm>
      </p:grpSpPr>
      <p:sp>
        <p:nvSpPr>
          <p:cNvPr id="324" name="Google Shape;324;p55"/>
          <p:cNvSpPr/>
          <p:nvPr/>
        </p:nvSpPr>
        <p:spPr>
          <a:xfrm rot="-5400000">
            <a:off x="4090300" y="-436575"/>
            <a:ext cx="4099200" cy="6015000"/>
          </a:xfrm>
          <a:prstGeom prst="round2SameRect">
            <a:avLst>
              <a:gd name="adj1" fmla="val 16667"/>
              <a:gd name="adj2" fmla="val 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325" name="Google Shape;325;p55"/>
          <p:cNvSpPr txBox="1">
            <a:spLocks noGrp="1"/>
          </p:cNvSpPr>
          <p:nvPr>
            <p:ph type="body" idx="1"/>
          </p:nvPr>
        </p:nvSpPr>
        <p:spPr>
          <a:xfrm>
            <a:off x="3918400" y="3680775"/>
            <a:ext cx="1294800" cy="100200"/>
          </a:xfrm>
          <a:prstGeom prst="rect">
            <a:avLst/>
          </a:prstGeom>
        </p:spPr>
        <p:txBody>
          <a:bodyPr spcFirstLastPara="1" wrap="square" lIns="0" tIns="0" rIns="0" bIns="0" anchor="t" anchorCtr="0">
            <a:noAutofit/>
          </a:bodyPr>
          <a:lstStyle>
            <a:lvl1pPr marL="457200" lvl="0"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1pPr>
            <a:lvl2pPr marL="914400" lvl="1"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2pPr>
            <a:lvl3pPr marL="1371600" lvl="2"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3pPr>
            <a:lvl4pPr marL="1828800" lvl="3"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4pPr>
            <a:lvl5pPr marL="2286000" lvl="4"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5pPr>
            <a:lvl6pPr marL="2743200" lvl="5"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6pPr>
            <a:lvl7pPr marL="3200400" lvl="6"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7pPr>
            <a:lvl8pPr marL="3657600" lvl="7"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8pPr>
            <a:lvl9pPr marL="4114800" lvl="8"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9pPr>
          </a:lstStyle>
          <a:p>
            <a:endParaRPr/>
          </a:p>
        </p:txBody>
      </p:sp>
      <p:sp>
        <p:nvSpPr>
          <p:cNvPr id="326" name="Google Shape;326;p55"/>
          <p:cNvSpPr txBox="1">
            <a:spLocks noGrp="1"/>
          </p:cNvSpPr>
          <p:nvPr>
            <p:ph type="body" idx="2"/>
          </p:nvPr>
        </p:nvSpPr>
        <p:spPr>
          <a:xfrm>
            <a:off x="3918400" y="3780825"/>
            <a:ext cx="1294800" cy="223200"/>
          </a:xfrm>
          <a:prstGeom prst="rect">
            <a:avLst/>
          </a:prstGeom>
        </p:spPr>
        <p:txBody>
          <a:bodyPr spcFirstLastPara="1" wrap="square" lIns="0" tIns="0" rIns="0" bIns="0" anchor="t" anchorCtr="0">
            <a:noAutofit/>
          </a:bodyPr>
          <a:lstStyle>
            <a:lvl1pPr marL="457200" lvl="0"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marL="914400" lvl="1"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marL="1371600" lvl="2"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marL="1828800" lvl="3"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marL="2286000" lvl="4"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marL="2743200" lvl="5"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marL="3200400" lvl="6"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marL="3657600" lvl="7"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marL="4114800" lvl="8"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a:endParaRPr/>
          </a:p>
        </p:txBody>
      </p:sp>
      <p:sp>
        <p:nvSpPr>
          <p:cNvPr id="327" name="Google Shape;327;p55"/>
          <p:cNvSpPr txBox="1">
            <a:spLocks noGrp="1"/>
          </p:cNvSpPr>
          <p:nvPr>
            <p:ph type="body" idx="3"/>
          </p:nvPr>
        </p:nvSpPr>
        <p:spPr>
          <a:xfrm>
            <a:off x="7044450" y="3680550"/>
            <a:ext cx="1294800" cy="100200"/>
          </a:xfrm>
          <a:prstGeom prst="rect">
            <a:avLst/>
          </a:prstGeom>
        </p:spPr>
        <p:txBody>
          <a:bodyPr spcFirstLastPara="1" wrap="square" lIns="0" tIns="0" rIns="0" bIns="0" anchor="t" anchorCtr="0">
            <a:noAutofit/>
          </a:bodyPr>
          <a:lstStyle>
            <a:lvl1pPr marL="457200" lvl="0"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1pPr>
            <a:lvl2pPr marL="914400" lvl="1"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2pPr>
            <a:lvl3pPr marL="1371600" lvl="2"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3pPr>
            <a:lvl4pPr marL="1828800" lvl="3"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4pPr>
            <a:lvl5pPr marL="2286000" lvl="4"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5pPr>
            <a:lvl6pPr marL="2743200" lvl="5"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6pPr>
            <a:lvl7pPr marL="3200400" lvl="6"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7pPr>
            <a:lvl8pPr marL="3657600" lvl="7"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8pPr>
            <a:lvl9pPr marL="4114800" lvl="8"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9pPr>
          </a:lstStyle>
          <a:p>
            <a:endParaRPr/>
          </a:p>
        </p:txBody>
      </p:sp>
      <p:sp>
        <p:nvSpPr>
          <p:cNvPr id="328" name="Google Shape;328;p55"/>
          <p:cNvSpPr txBox="1">
            <a:spLocks noGrp="1"/>
          </p:cNvSpPr>
          <p:nvPr>
            <p:ph type="body" idx="4"/>
          </p:nvPr>
        </p:nvSpPr>
        <p:spPr>
          <a:xfrm>
            <a:off x="7044450" y="3780600"/>
            <a:ext cx="1294800" cy="223200"/>
          </a:xfrm>
          <a:prstGeom prst="rect">
            <a:avLst/>
          </a:prstGeom>
        </p:spPr>
        <p:txBody>
          <a:bodyPr spcFirstLastPara="1" wrap="square" lIns="0" tIns="0" rIns="0" bIns="0" anchor="t" anchorCtr="0">
            <a:noAutofit/>
          </a:bodyPr>
          <a:lstStyle>
            <a:lvl1pPr marL="457200" lvl="0"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marL="914400" lvl="1"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marL="1371600" lvl="2"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marL="1828800" lvl="3"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marL="2286000" lvl="4"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marL="2743200" lvl="5"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marL="3200400" lvl="6"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marL="3657600" lvl="7"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marL="4114800" lvl="8"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a:endParaRPr/>
          </a:p>
        </p:txBody>
      </p:sp>
      <p:sp>
        <p:nvSpPr>
          <p:cNvPr id="329" name="Google Shape;329;p55"/>
          <p:cNvSpPr>
            <a:spLocks noGrp="1"/>
          </p:cNvSpPr>
          <p:nvPr>
            <p:ph type="pic" idx="5"/>
          </p:nvPr>
        </p:nvSpPr>
        <p:spPr>
          <a:xfrm>
            <a:off x="7049625" y="1588125"/>
            <a:ext cx="1305900" cy="1918500"/>
          </a:xfrm>
          <a:prstGeom prst="roundRect">
            <a:avLst>
              <a:gd name="adj" fmla="val 16667"/>
            </a:avLst>
          </a:prstGeom>
          <a:noFill/>
          <a:ln>
            <a:noFill/>
          </a:ln>
        </p:spPr>
      </p:sp>
      <p:sp>
        <p:nvSpPr>
          <p:cNvPr id="330" name="Google Shape;330;p55"/>
          <p:cNvSpPr>
            <a:spLocks noGrp="1"/>
          </p:cNvSpPr>
          <p:nvPr>
            <p:ph type="pic" idx="6"/>
          </p:nvPr>
        </p:nvSpPr>
        <p:spPr>
          <a:xfrm>
            <a:off x="3915213" y="1588600"/>
            <a:ext cx="1305900" cy="1918500"/>
          </a:xfrm>
          <a:prstGeom prst="roundRect">
            <a:avLst>
              <a:gd name="adj" fmla="val 16667"/>
            </a:avLst>
          </a:prstGeom>
          <a:noFill/>
          <a:ln>
            <a:noFill/>
          </a:ln>
        </p:spPr>
      </p:sp>
      <p:sp>
        <p:nvSpPr>
          <p:cNvPr id="331" name="Google Shape;331;p55"/>
          <p:cNvSpPr>
            <a:spLocks noGrp="1"/>
          </p:cNvSpPr>
          <p:nvPr>
            <p:ph type="pic" idx="7"/>
          </p:nvPr>
        </p:nvSpPr>
        <p:spPr>
          <a:xfrm>
            <a:off x="5490975" y="1588600"/>
            <a:ext cx="1305900" cy="1918500"/>
          </a:xfrm>
          <a:prstGeom prst="roundRect">
            <a:avLst>
              <a:gd name="adj" fmla="val 16667"/>
            </a:avLst>
          </a:prstGeom>
          <a:noFill/>
          <a:ln>
            <a:noFill/>
          </a:ln>
        </p:spPr>
      </p:sp>
      <p:sp>
        <p:nvSpPr>
          <p:cNvPr id="332" name="Google Shape;332;p55"/>
          <p:cNvSpPr txBox="1">
            <a:spLocks noGrp="1"/>
          </p:cNvSpPr>
          <p:nvPr>
            <p:ph type="subTitle" idx="8"/>
          </p:nvPr>
        </p:nvSpPr>
        <p:spPr>
          <a:xfrm>
            <a:off x="3918800" y="1034575"/>
            <a:ext cx="1307100" cy="554100"/>
          </a:xfrm>
          <a:prstGeom prst="rect">
            <a:avLst/>
          </a:prstGeom>
        </p:spPr>
        <p:txBody>
          <a:bodyPr spcFirstLastPara="1" wrap="square" lIns="0" tIns="0" rIns="0" bIns="0" anchor="b" anchorCtr="0">
            <a:noAutofit/>
          </a:bodyPr>
          <a:lstStyle>
            <a:lvl1pPr lvl="0">
              <a:spcBef>
                <a:spcPts val="0"/>
              </a:spcBef>
              <a:spcAft>
                <a:spcPts val="0"/>
              </a:spcAft>
              <a:buClr>
                <a:schemeClr val="accent2"/>
              </a:buClr>
              <a:buSzPts val="3600"/>
              <a:buFont typeface="Barlow ExtraLight"/>
              <a:buNone/>
              <a:defRPr sz="3600">
                <a:solidFill>
                  <a:schemeClr val="accent2"/>
                </a:solidFill>
                <a:latin typeface="Barlow ExtraLight"/>
                <a:ea typeface="Barlow ExtraLight"/>
                <a:cs typeface="Barlow ExtraLight"/>
                <a:sym typeface="Barlow ExtraLight"/>
              </a:defRPr>
            </a:lvl1pPr>
            <a:lvl2pPr lvl="1"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2pPr>
            <a:lvl3pPr lvl="2"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3pPr>
            <a:lvl4pPr lvl="3"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4pPr>
            <a:lvl5pPr lvl="4"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5pPr>
            <a:lvl6pPr lvl="5"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6pPr>
            <a:lvl7pPr lvl="6"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7pPr>
            <a:lvl8pPr lvl="7"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8pPr>
            <a:lvl9pPr lvl="8"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9pPr>
          </a:lstStyle>
          <a:p>
            <a:endParaRPr/>
          </a:p>
        </p:txBody>
      </p:sp>
      <p:sp>
        <p:nvSpPr>
          <p:cNvPr id="333" name="Google Shape;333;p55"/>
          <p:cNvSpPr txBox="1">
            <a:spLocks noGrp="1"/>
          </p:cNvSpPr>
          <p:nvPr>
            <p:ph type="subTitle" idx="9"/>
          </p:nvPr>
        </p:nvSpPr>
        <p:spPr>
          <a:xfrm>
            <a:off x="5484775" y="1034575"/>
            <a:ext cx="1307100" cy="554100"/>
          </a:xfrm>
          <a:prstGeom prst="rect">
            <a:avLst/>
          </a:prstGeom>
        </p:spPr>
        <p:txBody>
          <a:bodyPr spcFirstLastPara="1" wrap="square" lIns="0" tIns="0" rIns="0" bIns="0" anchor="b" anchorCtr="0">
            <a:noAutofit/>
          </a:bodyPr>
          <a:lstStyle>
            <a:lvl1pPr lvl="0">
              <a:spcBef>
                <a:spcPts val="0"/>
              </a:spcBef>
              <a:spcAft>
                <a:spcPts val="0"/>
              </a:spcAft>
              <a:buClr>
                <a:schemeClr val="accent2"/>
              </a:buClr>
              <a:buSzPts val="3600"/>
              <a:buFont typeface="Barlow ExtraLight"/>
              <a:buNone/>
              <a:defRPr sz="3600">
                <a:solidFill>
                  <a:schemeClr val="accent2"/>
                </a:solidFill>
                <a:latin typeface="Barlow ExtraLight"/>
                <a:ea typeface="Barlow ExtraLight"/>
                <a:cs typeface="Barlow ExtraLight"/>
                <a:sym typeface="Barlow ExtraLight"/>
              </a:defRPr>
            </a:lvl1pPr>
            <a:lvl2pPr lvl="1"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2pPr>
            <a:lvl3pPr lvl="2"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3pPr>
            <a:lvl4pPr lvl="3"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4pPr>
            <a:lvl5pPr lvl="4"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5pPr>
            <a:lvl6pPr lvl="5"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6pPr>
            <a:lvl7pPr lvl="6"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7pPr>
            <a:lvl8pPr lvl="7"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8pPr>
            <a:lvl9pPr lvl="8"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9pPr>
          </a:lstStyle>
          <a:p>
            <a:endParaRPr/>
          </a:p>
        </p:txBody>
      </p:sp>
      <p:sp>
        <p:nvSpPr>
          <p:cNvPr id="334" name="Google Shape;334;p55"/>
          <p:cNvSpPr txBox="1">
            <a:spLocks noGrp="1"/>
          </p:cNvSpPr>
          <p:nvPr>
            <p:ph type="subTitle" idx="13"/>
          </p:nvPr>
        </p:nvSpPr>
        <p:spPr>
          <a:xfrm>
            <a:off x="7050750" y="1032775"/>
            <a:ext cx="1307100" cy="554100"/>
          </a:xfrm>
          <a:prstGeom prst="rect">
            <a:avLst/>
          </a:prstGeom>
        </p:spPr>
        <p:txBody>
          <a:bodyPr spcFirstLastPara="1" wrap="square" lIns="0" tIns="0" rIns="0" bIns="0" anchor="b" anchorCtr="0">
            <a:noAutofit/>
          </a:bodyPr>
          <a:lstStyle>
            <a:lvl1pPr lvl="0">
              <a:spcBef>
                <a:spcPts val="0"/>
              </a:spcBef>
              <a:spcAft>
                <a:spcPts val="0"/>
              </a:spcAft>
              <a:buClr>
                <a:schemeClr val="accent2"/>
              </a:buClr>
              <a:buSzPts val="3600"/>
              <a:buFont typeface="Barlow ExtraLight"/>
              <a:buNone/>
              <a:defRPr sz="3600">
                <a:solidFill>
                  <a:schemeClr val="accent2"/>
                </a:solidFill>
                <a:latin typeface="Barlow ExtraLight"/>
                <a:ea typeface="Barlow ExtraLight"/>
                <a:cs typeface="Barlow ExtraLight"/>
                <a:sym typeface="Barlow ExtraLight"/>
              </a:defRPr>
            </a:lvl1pPr>
            <a:lvl2pPr lvl="1"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2pPr>
            <a:lvl3pPr lvl="2"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3pPr>
            <a:lvl4pPr lvl="3"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4pPr>
            <a:lvl5pPr lvl="4"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5pPr>
            <a:lvl6pPr lvl="5"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6pPr>
            <a:lvl7pPr lvl="6"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7pPr>
            <a:lvl8pPr lvl="7"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8pPr>
            <a:lvl9pPr lvl="8"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9pPr>
          </a:lstStyle>
          <a:p>
            <a:endParaRPr/>
          </a:p>
        </p:txBody>
      </p:sp>
      <p:sp>
        <p:nvSpPr>
          <p:cNvPr id="335" name="Google Shape;335;p55"/>
          <p:cNvSpPr txBox="1">
            <a:spLocks noGrp="1"/>
          </p:cNvSpPr>
          <p:nvPr>
            <p:ph type="body" idx="14"/>
          </p:nvPr>
        </p:nvSpPr>
        <p:spPr>
          <a:xfrm>
            <a:off x="507400" y="1828050"/>
            <a:ext cx="2136300" cy="2973300"/>
          </a:xfrm>
          <a:prstGeom prst="rect">
            <a:avLst/>
          </a:prstGeom>
        </p:spPr>
        <p:txBody>
          <a:bodyPr spcFirstLastPara="1" wrap="square" lIns="91425" tIns="91425" rIns="91425" bIns="91425" anchor="t" anchorCtr="0">
            <a:noAutofit/>
          </a:bodyPr>
          <a:lstStyle>
            <a:lvl1pPr marL="457200" lvl="0" indent="-406400">
              <a:spcBef>
                <a:spcPts val="0"/>
              </a:spcBef>
              <a:spcAft>
                <a:spcPts val="0"/>
              </a:spcAft>
              <a:buClr>
                <a:schemeClr val="accent2"/>
              </a:buClr>
              <a:buSzPts val="2800"/>
              <a:buChar char="●"/>
              <a:defRPr sz="2800">
                <a:solidFill>
                  <a:schemeClr val="accent2"/>
                </a:solidFill>
              </a:defRPr>
            </a:lvl1pPr>
            <a:lvl2pPr marL="914400" lvl="1" indent="-406400">
              <a:spcBef>
                <a:spcPts val="0"/>
              </a:spcBef>
              <a:spcAft>
                <a:spcPts val="0"/>
              </a:spcAft>
              <a:buClr>
                <a:schemeClr val="accent2"/>
              </a:buClr>
              <a:buSzPts val="2800"/>
              <a:buChar char="○"/>
              <a:defRPr sz="2800">
                <a:solidFill>
                  <a:schemeClr val="accent2"/>
                </a:solidFill>
              </a:defRPr>
            </a:lvl2pPr>
            <a:lvl3pPr marL="1371600" lvl="2" indent="-406400">
              <a:spcBef>
                <a:spcPts val="0"/>
              </a:spcBef>
              <a:spcAft>
                <a:spcPts val="0"/>
              </a:spcAft>
              <a:buClr>
                <a:schemeClr val="accent2"/>
              </a:buClr>
              <a:buSzPts val="2800"/>
              <a:buChar char="■"/>
              <a:defRPr sz="2800">
                <a:solidFill>
                  <a:schemeClr val="accent2"/>
                </a:solidFill>
              </a:defRPr>
            </a:lvl3pPr>
            <a:lvl4pPr marL="1828800" lvl="3" indent="-406400">
              <a:spcBef>
                <a:spcPts val="0"/>
              </a:spcBef>
              <a:spcAft>
                <a:spcPts val="0"/>
              </a:spcAft>
              <a:buClr>
                <a:schemeClr val="accent2"/>
              </a:buClr>
              <a:buSzPts val="2800"/>
              <a:buChar char="●"/>
              <a:defRPr sz="2800">
                <a:solidFill>
                  <a:schemeClr val="accent2"/>
                </a:solidFill>
              </a:defRPr>
            </a:lvl4pPr>
            <a:lvl5pPr marL="2286000" lvl="4" indent="-406400">
              <a:spcBef>
                <a:spcPts val="0"/>
              </a:spcBef>
              <a:spcAft>
                <a:spcPts val="0"/>
              </a:spcAft>
              <a:buClr>
                <a:schemeClr val="accent2"/>
              </a:buClr>
              <a:buSzPts val="2800"/>
              <a:buChar char="○"/>
              <a:defRPr sz="2800">
                <a:solidFill>
                  <a:schemeClr val="accent2"/>
                </a:solidFill>
              </a:defRPr>
            </a:lvl5pPr>
            <a:lvl6pPr marL="2743200" lvl="5" indent="-406400">
              <a:spcBef>
                <a:spcPts val="0"/>
              </a:spcBef>
              <a:spcAft>
                <a:spcPts val="0"/>
              </a:spcAft>
              <a:buClr>
                <a:schemeClr val="accent2"/>
              </a:buClr>
              <a:buSzPts val="2800"/>
              <a:buChar char="■"/>
              <a:defRPr sz="2800">
                <a:solidFill>
                  <a:schemeClr val="accent2"/>
                </a:solidFill>
              </a:defRPr>
            </a:lvl6pPr>
            <a:lvl7pPr marL="3200400" lvl="6" indent="-406400">
              <a:spcBef>
                <a:spcPts val="0"/>
              </a:spcBef>
              <a:spcAft>
                <a:spcPts val="0"/>
              </a:spcAft>
              <a:buClr>
                <a:schemeClr val="accent2"/>
              </a:buClr>
              <a:buSzPts val="2800"/>
              <a:buChar char="●"/>
              <a:defRPr sz="2800">
                <a:solidFill>
                  <a:schemeClr val="accent2"/>
                </a:solidFill>
              </a:defRPr>
            </a:lvl7pPr>
            <a:lvl8pPr marL="3657600" lvl="7" indent="-406400">
              <a:spcBef>
                <a:spcPts val="0"/>
              </a:spcBef>
              <a:spcAft>
                <a:spcPts val="0"/>
              </a:spcAft>
              <a:buClr>
                <a:schemeClr val="accent2"/>
              </a:buClr>
              <a:buSzPts val="2800"/>
              <a:buChar char="○"/>
              <a:defRPr sz="2800">
                <a:solidFill>
                  <a:schemeClr val="accent2"/>
                </a:solidFill>
              </a:defRPr>
            </a:lvl8pPr>
            <a:lvl9pPr marL="4114800" lvl="8" indent="-406400">
              <a:spcBef>
                <a:spcPts val="0"/>
              </a:spcBef>
              <a:spcAft>
                <a:spcPts val="0"/>
              </a:spcAft>
              <a:buClr>
                <a:schemeClr val="accent2"/>
              </a:buClr>
              <a:buSzPts val="2800"/>
              <a:buChar char="■"/>
              <a:defRPr sz="2800">
                <a:solidFill>
                  <a:schemeClr val="accent2"/>
                </a:solidFill>
              </a:defRPr>
            </a:lvl9pPr>
          </a:lstStyle>
          <a:p>
            <a:endParaRPr/>
          </a:p>
        </p:txBody>
      </p:sp>
      <p:sp>
        <p:nvSpPr>
          <p:cNvPr id="336" name="Google Shape;336;p55"/>
          <p:cNvSpPr txBox="1">
            <a:spLocks noGrp="1"/>
          </p:cNvSpPr>
          <p:nvPr>
            <p:ph type="body" idx="15"/>
          </p:nvPr>
        </p:nvSpPr>
        <p:spPr>
          <a:xfrm>
            <a:off x="5481425" y="3680775"/>
            <a:ext cx="1294800" cy="100200"/>
          </a:xfrm>
          <a:prstGeom prst="rect">
            <a:avLst/>
          </a:prstGeom>
        </p:spPr>
        <p:txBody>
          <a:bodyPr spcFirstLastPara="1" wrap="square" lIns="0" tIns="0" rIns="0" bIns="0" anchor="t" anchorCtr="0">
            <a:noAutofit/>
          </a:bodyPr>
          <a:lstStyle>
            <a:lvl1pPr marL="457200" lvl="0"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1pPr>
            <a:lvl2pPr marL="914400" lvl="1"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2pPr>
            <a:lvl3pPr marL="1371600" lvl="2"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3pPr>
            <a:lvl4pPr marL="1828800" lvl="3"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4pPr>
            <a:lvl5pPr marL="2286000" lvl="4"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5pPr>
            <a:lvl6pPr marL="2743200" lvl="5"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6pPr>
            <a:lvl7pPr marL="3200400" lvl="6"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7pPr>
            <a:lvl8pPr marL="3657600" lvl="7"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8pPr>
            <a:lvl9pPr marL="4114800" lvl="8"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9pPr>
          </a:lstStyle>
          <a:p>
            <a:endParaRPr/>
          </a:p>
        </p:txBody>
      </p:sp>
      <p:sp>
        <p:nvSpPr>
          <p:cNvPr id="337" name="Google Shape;337;p55"/>
          <p:cNvSpPr txBox="1">
            <a:spLocks noGrp="1"/>
          </p:cNvSpPr>
          <p:nvPr>
            <p:ph type="body" idx="16"/>
          </p:nvPr>
        </p:nvSpPr>
        <p:spPr>
          <a:xfrm>
            <a:off x="5481425" y="3780825"/>
            <a:ext cx="1294800" cy="223200"/>
          </a:xfrm>
          <a:prstGeom prst="rect">
            <a:avLst/>
          </a:prstGeom>
        </p:spPr>
        <p:txBody>
          <a:bodyPr spcFirstLastPara="1" wrap="square" lIns="0" tIns="0" rIns="0" bIns="0" anchor="t" anchorCtr="0">
            <a:noAutofit/>
          </a:bodyPr>
          <a:lstStyle>
            <a:lvl1pPr marL="457200" lvl="0"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marL="914400" lvl="1"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marL="1371600" lvl="2"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marL="1828800" lvl="3"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marL="2286000" lvl="4"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marL="2743200" lvl="5"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marL="3200400" lvl="6"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marL="3657600" lvl="7"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marL="4114800" lvl="8"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a:endParaRPr/>
          </a:p>
        </p:txBody>
      </p:sp>
      <p:sp>
        <p:nvSpPr>
          <p:cNvPr id="338" name="Google Shape;338;p55"/>
          <p:cNvSpPr txBox="1">
            <a:spLocks noGrp="1"/>
          </p:cNvSpPr>
          <p:nvPr>
            <p:ph type="sldNum" idx="12"/>
          </p:nvPr>
        </p:nvSpPr>
        <p:spPr>
          <a:xfrm>
            <a:off x="8490529" y="250829"/>
            <a:ext cx="348900" cy="178200"/>
          </a:xfrm>
          <a:prstGeom prst="rect">
            <a:avLst/>
          </a:prstGeom>
        </p:spPr>
        <p:txBody>
          <a:bodyPr spcFirstLastPara="1" wrap="square" lIns="91425" tIns="91425" rIns="91425" bIns="91425" anchor="t" anchorCtr="0">
            <a:noAutofit/>
          </a:bodyPr>
          <a:lstStyle>
            <a:lvl1pPr lvl="0" rtl="0">
              <a:buNone/>
              <a:defRPr sz="1100">
                <a:solidFill>
                  <a:schemeClr val="accent2"/>
                </a:solidFill>
              </a:defRPr>
            </a:lvl1pPr>
            <a:lvl2pPr lvl="1" rtl="0">
              <a:buNone/>
              <a:defRPr sz="1100">
                <a:solidFill>
                  <a:schemeClr val="accent2"/>
                </a:solidFill>
              </a:defRPr>
            </a:lvl2pPr>
            <a:lvl3pPr lvl="2" rtl="0">
              <a:buNone/>
              <a:defRPr sz="1100">
                <a:solidFill>
                  <a:schemeClr val="accent2"/>
                </a:solidFill>
              </a:defRPr>
            </a:lvl3pPr>
            <a:lvl4pPr lvl="3" rtl="0">
              <a:buNone/>
              <a:defRPr sz="1100">
                <a:solidFill>
                  <a:schemeClr val="accent2"/>
                </a:solidFill>
              </a:defRPr>
            </a:lvl4pPr>
            <a:lvl5pPr lvl="4" rtl="0">
              <a:buNone/>
              <a:defRPr sz="1100">
                <a:solidFill>
                  <a:schemeClr val="accent2"/>
                </a:solidFill>
              </a:defRPr>
            </a:lvl5pPr>
            <a:lvl6pPr lvl="5" rtl="0">
              <a:buNone/>
              <a:defRPr sz="1100">
                <a:solidFill>
                  <a:schemeClr val="accent2"/>
                </a:solidFill>
              </a:defRPr>
            </a:lvl6pPr>
            <a:lvl7pPr lvl="6" rtl="0">
              <a:buNone/>
              <a:defRPr sz="1100">
                <a:solidFill>
                  <a:schemeClr val="accent2"/>
                </a:solidFill>
              </a:defRPr>
            </a:lvl7pPr>
            <a:lvl8pPr lvl="7" rtl="0">
              <a:buNone/>
              <a:defRPr sz="1100">
                <a:solidFill>
                  <a:schemeClr val="accent2"/>
                </a:solidFill>
              </a:defRPr>
            </a:lvl8pPr>
            <a:lvl9pPr lvl="8" rtl="0">
              <a:buNone/>
              <a:defRPr sz="1100">
                <a:solidFill>
                  <a:schemeClr val="accent2"/>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xmlns:p15="http://schemas.microsoft.com/office/powerpoint/2012/main">
        <p15:guide id="1" pos="432">
          <p15:clr>
            <a:srgbClr val="E46962"/>
          </p15:clr>
        </p15:guide>
        <p15:guide id="2" orient="horz" pos="2088">
          <p15:clr>
            <a:srgbClr val="E46962"/>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Action Plan + 5 Images">
  <p:cSld name="CUSTOM_6">
    <p:bg>
      <p:bgPr>
        <a:solidFill>
          <a:schemeClr val="accent6"/>
        </a:solidFill>
        <a:effectLst/>
      </p:bgPr>
    </p:bg>
    <p:spTree>
      <p:nvGrpSpPr>
        <p:cNvPr id="1" name="Shape 339"/>
        <p:cNvGrpSpPr/>
        <p:nvPr/>
      </p:nvGrpSpPr>
      <p:grpSpPr>
        <a:xfrm>
          <a:off x="0" y="0"/>
          <a:ext cx="0" cy="0"/>
          <a:chOff x="0" y="0"/>
          <a:chExt cx="0" cy="0"/>
        </a:xfrm>
      </p:grpSpPr>
      <p:sp>
        <p:nvSpPr>
          <p:cNvPr id="340" name="Google Shape;340;p56"/>
          <p:cNvSpPr txBox="1">
            <a:spLocks noGrp="1"/>
          </p:cNvSpPr>
          <p:nvPr>
            <p:ph type="body" idx="1"/>
          </p:nvPr>
        </p:nvSpPr>
        <p:spPr>
          <a:xfrm>
            <a:off x="791150" y="2615450"/>
            <a:ext cx="1294800" cy="100200"/>
          </a:xfrm>
          <a:prstGeom prst="rect">
            <a:avLst/>
          </a:prstGeom>
        </p:spPr>
        <p:txBody>
          <a:bodyPr spcFirstLastPara="1" wrap="square" lIns="0" tIns="0" rIns="0" bIns="0" anchor="t" anchorCtr="0">
            <a:noAutofit/>
          </a:bodyPr>
          <a:lstStyle>
            <a:lvl1pPr marL="457200" lvl="0"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1pPr>
            <a:lvl2pPr marL="914400" lvl="1"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2pPr>
            <a:lvl3pPr marL="1371600" lvl="2"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3pPr>
            <a:lvl4pPr marL="1828800" lvl="3"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4pPr>
            <a:lvl5pPr marL="2286000" lvl="4"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5pPr>
            <a:lvl6pPr marL="2743200" lvl="5"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6pPr>
            <a:lvl7pPr marL="3200400" lvl="6"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7pPr>
            <a:lvl8pPr marL="3657600" lvl="7"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8pPr>
            <a:lvl9pPr marL="4114800" lvl="8"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9pPr>
          </a:lstStyle>
          <a:p>
            <a:endParaRPr/>
          </a:p>
        </p:txBody>
      </p:sp>
      <p:sp>
        <p:nvSpPr>
          <p:cNvPr id="341" name="Google Shape;341;p56"/>
          <p:cNvSpPr txBox="1">
            <a:spLocks noGrp="1"/>
          </p:cNvSpPr>
          <p:nvPr>
            <p:ph type="body" idx="2"/>
          </p:nvPr>
        </p:nvSpPr>
        <p:spPr>
          <a:xfrm>
            <a:off x="791150" y="2715500"/>
            <a:ext cx="1294800" cy="223200"/>
          </a:xfrm>
          <a:prstGeom prst="rect">
            <a:avLst/>
          </a:prstGeom>
        </p:spPr>
        <p:txBody>
          <a:bodyPr spcFirstLastPara="1" wrap="square" lIns="0" tIns="0" rIns="0" bIns="0" anchor="t" anchorCtr="0">
            <a:noAutofit/>
          </a:bodyPr>
          <a:lstStyle>
            <a:lvl1pPr marL="457200" lvl="0"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marL="914400" lvl="1"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marL="1371600" lvl="2"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marL="1828800" lvl="3"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marL="2286000" lvl="4"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marL="2743200" lvl="5"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marL="3200400" lvl="6"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marL="3657600" lvl="7"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marL="4114800" lvl="8"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a:endParaRPr/>
          </a:p>
        </p:txBody>
      </p:sp>
      <p:cxnSp>
        <p:nvCxnSpPr>
          <p:cNvPr id="342" name="Google Shape;342;p56"/>
          <p:cNvCxnSpPr/>
          <p:nvPr/>
        </p:nvCxnSpPr>
        <p:spPr>
          <a:xfrm rot="10800000">
            <a:off x="827250" y="1481375"/>
            <a:ext cx="7489500" cy="0"/>
          </a:xfrm>
          <a:prstGeom prst="straightConnector1">
            <a:avLst/>
          </a:prstGeom>
          <a:noFill/>
          <a:ln w="19050" cap="flat" cmpd="sng">
            <a:solidFill>
              <a:schemeClr val="accent2"/>
            </a:solidFill>
            <a:prstDash val="solid"/>
            <a:round/>
            <a:headEnd type="none" w="med" len="med"/>
            <a:tailEnd type="none" w="med" len="med"/>
          </a:ln>
        </p:spPr>
      </p:cxnSp>
      <p:sp>
        <p:nvSpPr>
          <p:cNvPr id="343" name="Google Shape;343;p56"/>
          <p:cNvSpPr>
            <a:spLocks noGrp="1"/>
          </p:cNvSpPr>
          <p:nvPr>
            <p:ph type="pic" idx="3"/>
          </p:nvPr>
        </p:nvSpPr>
        <p:spPr>
          <a:xfrm>
            <a:off x="7049625" y="523025"/>
            <a:ext cx="1305900" cy="1918500"/>
          </a:xfrm>
          <a:prstGeom prst="roundRect">
            <a:avLst>
              <a:gd name="adj" fmla="val 16667"/>
            </a:avLst>
          </a:prstGeom>
          <a:noFill/>
          <a:ln>
            <a:noFill/>
          </a:ln>
        </p:spPr>
      </p:sp>
      <p:sp>
        <p:nvSpPr>
          <p:cNvPr id="344" name="Google Shape;344;p56"/>
          <p:cNvSpPr>
            <a:spLocks noGrp="1"/>
          </p:cNvSpPr>
          <p:nvPr>
            <p:ph type="pic" idx="4"/>
          </p:nvPr>
        </p:nvSpPr>
        <p:spPr>
          <a:xfrm>
            <a:off x="784775" y="522100"/>
            <a:ext cx="1305900" cy="1918500"/>
          </a:xfrm>
          <a:prstGeom prst="roundRect">
            <a:avLst>
              <a:gd name="adj" fmla="val 16667"/>
            </a:avLst>
          </a:prstGeom>
          <a:noFill/>
          <a:ln>
            <a:noFill/>
          </a:ln>
        </p:spPr>
      </p:sp>
      <p:sp>
        <p:nvSpPr>
          <p:cNvPr id="345" name="Google Shape;345;p56"/>
          <p:cNvSpPr>
            <a:spLocks noGrp="1"/>
          </p:cNvSpPr>
          <p:nvPr>
            <p:ph type="pic" idx="5"/>
          </p:nvPr>
        </p:nvSpPr>
        <p:spPr>
          <a:xfrm>
            <a:off x="2343950" y="523500"/>
            <a:ext cx="1305900" cy="1918500"/>
          </a:xfrm>
          <a:prstGeom prst="roundRect">
            <a:avLst>
              <a:gd name="adj" fmla="val 16667"/>
            </a:avLst>
          </a:prstGeom>
          <a:noFill/>
          <a:ln>
            <a:noFill/>
          </a:ln>
        </p:spPr>
      </p:sp>
      <p:sp>
        <p:nvSpPr>
          <p:cNvPr id="346" name="Google Shape;346;p56"/>
          <p:cNvSpPr>
            <a:spLocks noGrp="1"/>
          </p:cNvSpPr>
          <p:nvPr>
            <p:ph type="pic" idx="6"/>
          </p:nvPr>
        </p:nvSpPr>
        <p:spPr>
          <a:xfrm>
            <a:off x="3915213" y="523500"/>
            <a:ext cx="1305900" cy="1918500"/>
          </a:xfrm>
          <a:prstGeom prst="roundRect">
            <a:avLst>
              <a:gd name="adj" fmla="val 16667"/>
            </a:avLst>
          </a:prstGeom>
          <a:noFill/>
          <a:ln>
            <a:noFill/>
          </a:ln>
        </p:spPr>
      </p:sp>
      <p:sp>
        <p:nvSpPr>
          <p:cNvPr id="347" name="Google Shape;347;p56"/>
          <p:cNvSpPr>
            <a:spLocks noGrp="1"/>
          </p:cNvSpPr>
          <p:nvPr>
            <p:ph type="pic" idx="7"/>
          </p:nvPr>
        </p:nvSpPr>
        <p:spPr>
          <a:xfrm>
            <a:off x="5490975" y="523500"/>
            <a:ext cx="1305900" cy="1918500"/>
          </a:xfrm>
          <a:prstGeom prst="roundRect">
            <a:avLst>
              <a:gd name="adj" fmla="val 16667"/>
            </a:avLst>
          </a:prstGeom>
          <a:noFill/>
          <a:ln>
            <a:noFill/>
          </a:ln>
        </p:spPr>
      </p:sp>
      <p:sp>
        <p:nvSpPr>
          <p:cNvPr id="348" name="Google Shape;348;p56"/>
          <p:cNvSpPr txBox="1">
            <a:spLocks noGrp="1"/>
          </p:cNvSpPr>
          <p:nvPr>
            <p:ph type="body" idx="8"/>
          </p:nvPr>
        </p:nvSpPr>
        <p:spPr>
          <a:xfrm>
            <a:off x="5481425" y="4112700"/>
            <a:ext cx="2877600" cy="505200"/>
          </a:xfrm>
          <a:prstGeom prst="rect">
            <a:avLst/>
          </a:prstGeom>
        </p:spPr>
        <p:txBody>
          <a:bodyPr spcFirstLastPara="1" wrap="square" lIns="0" tIns="0" rIns="0" bIns="0" anchor="t" anchorCtr="0">
            <a:noAutofit/>
          </a:bodyPr>
          <a:lstStyle>
            <a:lvl1pPr marL="457200" lvl="0"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marL="914400" lvl="1"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marL="1371600" lvl="2"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marL="1828800" lvl="3"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marL="2286000" lvl="4" indent="-298450">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marL="2743200" lvl="5"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marL="3200400" lvl="6"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marL="3657600" lvl="7"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marL="4114800" lvl="8"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a:endParaRPr/>
          </a:p>
        </p:txBody>
      </p:sp>
      <p:sp>
        <p:nvSpPr>
          <p:cNvPr id="349" name="Google Shape;349;p56"/>
          <p:cNvSpPr txBox="1">
            <a:spLocks noGrp="1"/>
          </p:cNvSpPr>
          <p:nvPr>
            <p:ph type="subTitle" idx="9"/>
          </p:nvPr>
        </p:nvSpPr>
        <p:spPr>
          <a:xfrm>
            <a:off x="5481425" y="3897300"/>
            <a:ext cx="2877600" cy="215400"/>
          </a:xfrm>
          <a:prstGeom prst="rect">
            <a:avLst/>
          </a:prstGeom>
        </p:spPr>
        <p:txBody>
          <a:bodyPr spcFirstLastPara="1" wrap="square" lIns="0" tIns="0" rIns="0" bIns="0" anchor="t" anchorCtr="0">
            <a:noAutofit/>
          </a:bodyPr>
          <a:lstStyle>
            <a:lvl1pPr lvl="0">
              <a:spcBef>
                <a:spcPts val="0"/>
              </a:spcBef>
              <a:spcAft>
                <a:spcPts val="0"/>
              </a:spcAft>
              <a:buClr>
                <a:schemeClr val="accent2"/>
              </a:buClr>
              <a:buSzPts val="1400"/>
              <a:buFont typeface="Hepta Slab Medium"/>
              <a:buNone/>
              <a:defRPr>
                <a:solidFill>
                  <a:schemeClr val="accent2"/>
                </a:solidFill>
                <a:latin typeface="Hepta Slab Medium"/>
                <a:ea typeface="Hepta Slab Medium"/>
                <a:cs typeface="Hepta Slab Medium"/>
                <a:sym typeface="Hepta Slab Medium"/>
              </a:defRPr>
            </a:lvl1pPr>
            <a:lvl2pPr lvl="1">
              <a:spcBef>
                <a:spcPts val="0"/>
              </a:spcBef>
              <a:spcAft>
                <a:spcPts val="0"/>
              </a:spcAft>
              <a:buClr>
                <a:schemeClr val="accent2"/>
              </a:buClr>
              <a:buSzPts val="1400"/>
              <a:buFont typeface="Hepta Slab Medium"/>
              <a:buNone/>
              <a:defRPr>
                <a:solidFill>
                  <a:schemeClr val="accent2"/>
                </a:solidFill>
                <a:latin typeface="Hepta Slab Medium"/>
                <a:ea typeface="Hepta Slab Medium"/>
                <a:cs typeface="Hepta Slab Medium"/>
                <a:sym typeface="Hepta Slab Medium"/>
              </a:defRPr>
            </a:lvl2pPr>
            <a:lvl3pPr lvl="2">
              <a:spcBef>
                <a:spcPts val="0"/>
              </a:spcBef>
              <a:spcAft>
                <a:spcPts val="0"/>
              </a:spcAft>
              <a:buClr>
                <a:schemeClr val="accent2"/>
              </a:buClr>
              <a:buSzPts val="1400"/>
              <a:buFont typeface="Hepta Slab Medium"/>
              <a:buNone/>
              <a:defRPr>
                <a:solidFill>
                  <a:schemeClr val="accent2"/>
                </a:solidFill>
                <a:latin typeface="Hepta Slab Medium"/>
                <a:ea typeface="Hepta Slab Medium"/>
                <a:cs typeface="Hepta Slab Medium"/>
                <a:sym typeface="Hepta Slab Medium"/>
              </a:defRPr>
            </a:lvl3pPr>
            <a:lvl4pPr lvl="3">
              <a:spcBef>
                <a:spcPts val="0"/>
              </a:spcBef>
              <a:spcAft>
                <a:spcPts val="0"/>
              </a:spcAft>
              <a:buClr>
                <a:schemeClr val="accent2"/>
              </a:buClr>
              <a:buSzPts val="1400"/>
              <a:buFont typeface="Hepta Slab Medium"/>
              <a:buNone/>
              <a:defRPr>
                <a:solidFill>
                  <a:schemeClr val="accent2"/>
                </a:solidFill>
                <a:latin typeface="Hepta Slab Medium"/>
                <a:ea typeface="Hepta Slab Medium"/>
                <a:cs typeface="Hepta Slab Medium"/>
                <a:sym typeface="Hepta Slab Medium"/>
              </a:defRPr>
            </a:lvl4pPr>
            <a:lvl5pPr lvl="4">
              <a:spcBef>
                <a:spcPts val="0"/>
              </a:spcBef>
              <a:spcAft>
                <a:spcPts val="0"/>
              </a:spcAft>
              <a:buClr>
                <a:schemeClr val="accent2"/>
              </a:buClr>
              <a:buSzPts val="1400"/>
              <a:buFont typeface="Hepta Slab Medium"/>
              <a:buNone/>
              <a:defRPr>
                <a:solidFill>
                  <a:schemeClr val="accent2"/>
                </a:solidFill>
                <a:latin typeface="Hepta Slab Medium"/>
                <a:ea typeface="Hepta Slab Medium"/>
                <a:cs typeface="Hepta Slab Medium"/>
                <a:sym typeface="Hepta Slab Medium"/>
              </a:defRPr>
            </a:lvl5pPr>
            <a:lvl6pPr lvl="5">
              <a:spcBef>
                <a:spcPts val="0"/>
              </a:spcBef>
              <a:spcAft>
                <a:spcPts val="0"/>
              </a:spcAft>
              <a:buClr>
                <a:schemeClr val="accent2"/>
              </a:buClr>
              <a:buSzPts val="1400"/>
              <a:buFont typeface="Hepta Slab Medium"/>
              <a:buNone/>
              <a:defRPr>
                <a:solidFill>
                  <a:schemeClr val="accent2"/>
                </a:solidFill>
                <a:latin typeface="Hepta Slab Medium"/>
                <a:ea typeface="Hepta Slab Medium"/>
                <a:cs typeface="Hepta Slab Medium"/>
                <a:sym typeface="Hepta Slab Medium"/>
              </a:defRPr>
            </a:lvl6pPr>
            <a:lvl7pPr lvl="6">
              <a:spcBef>
                <a:spcPts val="0"/>
              </a:spcBef>
              <a:spcAft>
                <a:spcPts val="0"/>
              </a:spcAft>
              <a:buClr>
                <a:schemeClr val="accent2"/>
              </a:buClr>
              <a:buSzPts val="1400"/>
              <a:buFont typeface="Hepta Slab Medium"/>
              <a:buNone/>
              <a:defRPr>
                <a:solidFill>
                  <a:schemeClr val="accent2"/>
                </a:solidFill>
                <a:latin typeface="Hepta Slab Medium"/>
                <a:ea typeface="Hepta Slab Medium"/>
                <a:cs typeface="Hepta Slab Medium"/>
                <a:sym typeface="Hepta Slab Medium"/>
              </a:defRPr>
            </a:lvl7pPr>
            <a:lvl8pPr lvl="7">
              <a:spcBef>
                <a:spcPts val="0"/>
              </a:spcBef>
              <a:spcAft>
                <a:spcPts val="0"/>
              </a:spcAft>
              <a:buClr>
                <a:schemeClr val="accent2"/>
              </a:buClr>
              <a:buSzPts val="1400"/>
              <a:buFont typeface="Hepta Slab Medium"/>
              <a:buNone/>
              <a:defRPr>
                <a:solidFill>
                  <a:schemeClr val="accent2"/>
                </a:solidFill>
                <a:latin typeface="Hepta Slab Medium"/>
                <a:ea typeface="Hepta Slab Medium"/>
                <a:cs typeface="Hepta Slab Medium"/>
                <a:sym typeface="Hepta Slab Medium"/>
              </a:defRPr>
            </a:lvl8pPr>
            <a:lvl9pPr lvl="8">
              <a:spcBef>
                <a:spcPts val="0"/>
              </a:spcBef>
              <a:spcAft>
                <a:spcPts val="0"/>
              </a:spcAft>
              <a:buClr>
                <a:schemeClr val="accent2"/>
              </a:buClr>
              <a:buSzPts val="1400"/>
              <a:buFont typeface="Hepta Slab Medium"/>
              <a:buNone/>
              <a:defRPr>
                <a:solidFill>
                  <a:schemeClr val="accent2"/>
                </a:solidFill>
                <a:latin typeface="Hepta Slab Medium"/>
                <a:ea typeface="Hepta Slab Medium"/>
                <a:cs typeface="Hepta Slab Medium"/>
                <a:sym typeface="Hepta Slab Medium"/>
              </a:defRPr>
            </a:lvl9pPr>
          </a:lstStyle>
          <a:p>
            <a:endParaRPr/>
          </a:p>
        </p:txBody>
      </p:sp>
      <p:sp>
        <p:nvSpPr>
          <p:cNvPr id="350" name="Google Shape;350;p56"/>
          <p:cNvSpPr txBox="1">
            <a:spLocks noGrp="1"/>
          </p:cNvSpPr>
          <p:nvPr>
            <p:ph type="body" idx="13"/>
          </p:nvPr>
        </p:nvSpPr>
        <p:spPr>
          <a:xfrm>
            <a:off x="2349500" y="2615450"/>
            <a:ext cx="1294800" cy="100200"/>
          </a:xfrm>
          <a:prstGeom prst="rect">
            <a:avLst/>
          </a:prstGeom>
        </p:spPr>
        <p:txBody>
          <a:bodyPr spcFirstLastPara="1" wrap="square" lIns="0" tIns="0" rIns="0" bIns="0" anchor="t" anchorCtr="0">
            <a:noAutofit/>
          </a:bodyPr>
          <a:lstStyle>
            <a:lvl1pPr marL="457200" lvl="0"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1pPr>
            <a:lvl2pPr marL="914400" lvl="1"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2pPr>
            <a:lvl3pPr marL="1371600" lvl="2"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3pPr>
            <a:lvl4pPr marL="1828800" lvl="3"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4pPr>
            <a:lvl5pPr marL="2286000" lvl="4"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5pPr>
            <a:lvl6pPr marL="2743200" lvl="5"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6pPr>
            <a:lvl7pPr marL="3200400" lvl="6"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7pPr>
            <a:lvl8pPr marL="3657600" lvl="7"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8pPr>
            <a:lvl9pPr marL="4114800" lvl="8"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9pPr>
          </a:lstStyle>
          <a:p>
            <a:endParaRPr/>
          </a:p>
        </p:txBody>
      </p:sp>
      <p:sp>
        <p:nvSpPr>
          <p:cNvPr id="351" name="Google Shape;351;p56"/>
          <p:cNvSpPr txBox="1">
            <a:spLocks noGrp="1"/>
          </p:cNvSpPr>
          <p:nvPr>
            <p:ph type="body" idx="14"/>
          </p:nvPr>
        </p:nvSpPr>
        <p:spPr>
          <a:xfrm>
            <a:off x="2349500" y="2715500"/>
            <a:ext cx="1294800" cy="223200"/>
          </a:xfrm>
          <a:prstGeom prst="rect">
            <a:avLst/>
          </a:prstGeom>
        </p:spPr>
        <p:txBody>
          <a:bodyPr spcFirstLastPara="1" wrap="square" lIns="0" tIns="0" rIns="0" bIns="0" anchor="t" anchorCtr="0">
            <a:noAutofit/>
          </a:bodyPr>
          <a:lstStyle>
            <a:lvl1pPr marL="457200" lvl="0"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marL="914400" lvl="1"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marL="1371600" lvl="2"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marL="1828800" lvl="3"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marL="2286000" lvl="4"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marL="2743200" lvl="5"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marL="3200400" lvl="6"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marL="3657600" lvl="7"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marL="4114800" lvl="8"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a:endParaRPr/>
          </a:p>
        </p:txBody>
      </p:sp>
      <p:sp>
        <p:nvSpPr>
          <p:cNvPr id="352" name="Google Shape;352;p56"/>
          <p:cNvSpPr txBox="1">
            <a:spLocks noGrp="1"/>
          </p:cNvSpPr>
          <p:nvPr>
            <p:ph type="body" idx="15"/>
          </p:nvPr>
        </p:nvSpPr>
        <p:spPr>
          <a:xfrm>
            <a:off x="3907850" y="2615450"/>
            <a:ext cx="1294800" cy="100200"/>
          </a:xfrm>
          <a:prstGeom prst="rect">
            <a:avLst/>
          </a:prstGeom>
        </p:spPr>
        <p:txBody>
          <a:bodyPr spcFirstLastPara="1" wrap="square" lIns="0" tIns="0" rIns="0" bIns="0" anchor="t" anchorCtr="0">
            <a:noAutofit/>
          </a:bodyPr>
          <a:lstStyle>
            <a:lvl1pPr marL="457200" lvl="0"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1pPr>
            <a:lvl2pPr marL="914400" lvl="1"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2pPr>
            <a:lvl3pPr marL="1371600" lvl="2"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3pPr>
            <a:lvl4pPr marL="1828800" lvl="3"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4pPr>
            <a:lvl5pPr marL="2286000" lvl="4"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5pPr>
            <a:lvl6pPr marL="2743200" lvl="5"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6pPr>
            <a:lvl7pPr marL="3200400" lvl="6"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7pPr>
            <a:lvl8pPr marL="3657600" lvl="7"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8pPr>
            <a:lvl9pPr marL="4114800" lvl="8"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9pPr>
          </a:lstStyle>
          <a:p>
            <a:endParaRPr/>
          </a:p>
        </p:txBody>
      </p:sp>
      <p:sp>
        <p:nvSpPr>
          <p:cNvPr id="353" name="Google Shape;353;p56"/>
          <p:cNvSpPr txBox="1">
            <a:spLocks noGrp="1"/>
          </p:cNvSpPr>
          <p:nvPr>
            <p:ph type="body" idx="16"/>
          </p:nvPr>
        </p:nvSpPr>
        <p:spPr>
          <a:xfrm>
            <a:off x="3907850" y="2715500"/>
            <a:ext cx="1294800" cy="223200"/>
          </a:xfrm>
          <a:prstGeom prst="rect">
            <a:avLst/>
          </a:prstGeom>
        </p:spPr>
        <p:txBody>
          <a:bodyPr spcFirstLastPara="1" wrap="square" lIns="0" tIns="0" rIns="0" bIns="0" anchor="t" anchorCtr="0">
            <a:noAutofit/>
          </a:bodyPr>
          <a:lstStyle>
            <a:lvl1pPr marL="457200" lvl="0"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marL="914400" lvl="1"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marL="1371600" lvl="2"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marL="1828800" lvl="3"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marL="2286000" lvl="4"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marL="2743200" lvl="5"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marL="3200400" lvl="6"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marL="3657600" lvl="7"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marL="4114800" lvl="8"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a:endParaRPr/>
          </a:p>
        </p:txBody>
      </p:sp>
      <p:sp>
        <p:nvSpPr>
          <p:cNvPr id="354" name="Google Shape;354;p56"/>
          <p:cNvSpPr txBox="1">
            <a:spLocks noGrp="1"/>
          </p:cNvSpPr>
          <p:nvPr>
            <p:ph type="body" idx="17"/>
          </p:nvPr>
        </p:nvSpPr>
        <p:spPr>
          <a:xfrm>
            <a:off x="5496525" y="2615450"/>
            <a:ext cx="1294800" cy="100200"/>
          </a:xfrm>
          <a:prstGeom prst="rect">
            <a:avLst/>
          </a:prstGeom>
        </p:spPr>
        <p:txBody>
          <a:bodyPr spcFirstLastPara="1" wrap="square" lIns="0" tIns="0" rIns="0" bIns="0" anchor="t" anchorCtr="0">
            <a:noAutofit/>
          </a:bodyPr>
          <a:lstStyle>
            <a:lvl1pPr marL="457200" lvl="0"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1pPr>
            <a:lvl2pPr marL="914400" lvl="1"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2pPr>
            <a:lvl3pPr marL="1371600" lvl="2"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3pPr>
            <a:lvl4pPr marL="1828800" lvl="3"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4pPr>
            <a:lvl5pPr marL="2286000" lvl="4"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5pPr>
            <a:lvl6pPr marL="2743200" lvl="5"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6pPr>
            <a:lvl7pPr marL="3200400" lvl="6"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7pPr>
            <a:lvl8pPr marL="3657600" lvl="7"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8pPr>
            <a:lvl9pPr marL="4114800" lvl="8"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9pPr>
          </a:lstStyle>
          <a:p>
            <a:endParaRPr/>
          </a:p>
        </p:txBody>
      </p:sp>
      <p:sp>
        <p:nvSpPr>
          <p:cNvPr id="355" name="Google Shape;355;p56"/>
          <p:cNvSpPr txBox="1">
            <a:spLocks noGrp="1"/>
          </p:cNvSpPr>
          <p:nvPr>
            <p:ph type="body" idx="18"/>
          </p:nvPr>
        </p:nvSpPr>
        <p:spPr>
          <a:xfrm>
            <a:off x="5496525" y="2715500"/>
            <a:ext cx="1294800" cy="223200"/>
          </a:xfrm>
          <a:prstGeom prst="rect">
            <a:avLst/>
          </a:prstGeom>
        </p:spPr>
        <p:txBody>
          <a:bodyPr spcFirstLastPara="1" wrap="square" lIns="0" tIns="0" rIns="0" bIns="0" anchor="t" anchorCtr="0">
            <a:noAutofit/>
          </a:bodyPr>
          <a:lstStyle>
            <a:lvl1pPr marL="457200" lvl="0"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marL="914400" lvl="1"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marL="1371600" lvl="2"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marL="1828800" lvl="3"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marL="2286000" lvl="4"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marL="2743200" lvl="5"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marL="3200400" lvl="6"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marL="3657600" lvl="7"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marL="4114800" lvl="8"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a:endParaRPr/>
          </a:p>
        </p:txBody>
      </p:sp>
      <p:sp>
        <p:nvSpPr>
          <p:cNvPr id="356" name="Google Shape;356;p56"/>
          <p:cNvSpPr txBox="1">
            <a:spLocks noGrp="1"/>
          </p:cNvSpPr>
          <p:nvPr>
            <p:ph type="body" idx="19"/>
          </p:nvPr>
        </p:nvSpPr>
        <p:spPr>
          <a:xfrm>
            <a:off x="7085200" y="2615450"/>
            <a:ext cx="1294800" cy="100200"/>
          </a:xfrm>
          <a:prstGeom prst="rect">
            <a:avLst/>
          </a:prstGeom>
        </p:spPr>
        <p:txBody>
          <a:bodyPr spcFirstLastPara="1" wrap="square" lIns="0" tIns="0" rIns="0" bIns="0" anchor="t" anchorCtr="0">
            <a:noAutofit/>
          </a:bodyPr>
          <a:lstStyle>
            <a:lvl1pPr marL="457200" lvl="0"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1pPr>
            <a:lvl2pPr marL="914400" lvl="1"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2pPr>
            <a:lvl3pPr marL="1371600" lvl="2"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3pPr>
            <a:lvl4pPr marL="1828800" lvl="3"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4pPr>
            <a:lvl5pPr marL="2286000" lvl="4"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5pPr>
            <a:lvl6pPr marL="2743200" lvl="5"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6pPr>
            <a:lvl7pPr marL="3200400" lvl="6"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7pPr>
            <a:lvl8pPr marL="3657600" lvl="7"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8pPr>
            <a:lvl9pPr marL="4114800" lvl="8" indent="-27305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9pPr>
          </a:lstStyle>
          <a:p>
            <a:endParaRPr/>
          </a:p>
        </p:txBody>
      </p:sp>
      <p:sp>
        <p:nvSpPr>
          <p:cNvPr id="357" name="Google Shape;357;p56"/>
          <p:cNvSpPr txBox="1">
            <a:spLocks noGrp="1"/>
          </p:cNvSpPr>
          <p:nvPr>
            <p:ph type="body" idx="20"/>
          </p:nvPr>
        </p:nvSpPr>
        <p:spPr>
          <a:xfrm>
            <a:off x="7085200" y="2715500"/>
            <a:ext cx="1294800" cy="223200"/>
          </a:xfrm>
          <a:prstGeom prst="rect">
            <a:avLst/>
          </a:prstGeom>
        </p:spPr>
        <p:txBody>
          <a:bodyPr spcFirstLastPara="1" wrap="square" lIns="0" tIns="0" rIns="0" bIns="0" anchor="t" anchorCtr="0">
            <a:noAutofit/>
          </a:bodyPr>
          <a:lstStyle>
            <a:lvl1pPr marL="457200" lvl="0"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marL="914400" lvl="1"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marL="1371600" lvl="2"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marL="1828800" lvl="3"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marL="2286000" lvl="4"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marL="2743200" lvl="5"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marL="3200400" lvl="6"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marL="3657600" lvl="7"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marL="4114800" lvl="8" indent="-27305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a:endParaRPr/>
          </a:p>
        </p:txBody>
      </p:sp>
      <p:sp>
        <p:nvSpPr>
          <p:cNvPr id="358" name="Google Shape;358;p56"/>
          <p:cNvSpPr txBox="1">
            <a:spLocks noGrp="1"/>
          </p:cNvSpPr>
          <p:nvPr>
            <p:ph type="sldNum" idx="12"/>
          </p:nvPr>
        </p:nvSpPr>
        <p:spPr>
          <a:xfrm>
            <a:off x="8490529" y="250829"/>
            <a:ext cx="348900" cy="178200"/>
          </a:xfrm>
          <a:prstGeom prst="rect">
            <a:avLst/>
          </a:prstGeom>
        </p:spPr>
        <p:txBody>
          <a:bodyPr spcFirstLastPara="1" wrap="square" lIns="91425" tIns="91425" rIns="91425" bIns="91425" anchor="t" anchorCtr="0">
            <a:noAutofit/>
          </a:bodyPr>
          <a:lstStyle>
            <a:lvl1pPr lvl="0" rtl="0">
              <a:buNone/>
              <a:defRPr sz="1100">
                <a:solidFill>
                  <a:schemeClr val="accent2"/>
                </a:solidFill>
              </a:defRPr>
            </a:lvl1pPr>
            <a:lvl2pPr lvl="1" rtl="0">
              <a:buNone/>
              <a:defRPr sz="1100">
                <a:solidFill>
                  <a:schemeClr val="accent2"/>
                </a:solidFill>
              </a:defRPr>
            </a:lvl2pPr>
            <a:lvl3pPr lvl="2" rtl="0">
              <a:buNone/>
              <a:defRPr sz="1100">
                <a:solidFill>
                  <a:schemeClr val="accent2"/>
                </a:solidFill>
              </a:defRPr>
            </a:lvl3pPr>
            <a:lvl4pPr lvl="3" rtl="0">
              <a:buNone/>
              <a:defRPr sz="1100">
                <a:solidFill>
                  <a:schemeClr val="accent2"/>
                </a:solidFill>
              </a:defRPr>
            </a:lvl4pPr>
            <a:lvl5pPr lvl="4" rtl="0">
              <a:buNone/>
              <a:defRPr sz="1100">
                <a:solidFill>
                  <a:schemeClr val="accent2"/>
                </a:solidFill>
              </a:defRPr>
            </a:lvl5pPr>
            <a:lvl6pPr lvl="5" rtl="0">
              <a:buNone/>
              <a:defRPr sz="1100">
                <a:solidFill>
                  <a:schemeClr val="accent2"/>
                </a:solidFill>
              </a:defRPr>
            </a:lvl6pPr>
            <a:lvl7pPr lvl="6" rtl="0">
              <a:buNone/>
              <a:defRPr sz="1100">
                <a:solidFill>
                  <a:schemeClr val="accent2"/>
                </a:solidFill>
              </a:defRPr>
            </a:lvl7pPr>
            <a:lvl8pPr lvl="7" rtl="0">
              <a:buNone/>
              <a:defRPr sz="1100">
                <a:solidFill>
                  <a:schemeClr val="accent2"/>
                </a:solidFill>
              </a:defRPr>
            </a:lvl8pPr>
            <a:lvl9pPr lvl="8" rtl="0">
              <a:buNone/>
              <a:defRPr sz="1100">
                <a:solidFill>
                  <a:schemeClr val="accent2"/>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Timeline Graphic">
  <p:cSld name="CUSTOM_9">
    <p:bg>
      <p:bgPr>
        <a:solidFill>
          <a:schemeClr val="dk1"/>
        </a:solidFill>
        <a:effectLst/>
      </p:bgPr>
    </p:bg>
    <p:spTree>
      <p:nvGrpSpPr>
        <p:cNvPr id="1" name="Shape 359"/>
        <p:cNvGrpSpPr/>
        <p:nvPr/>
      </p:nvGrpSpPr>
      <p:grpSpPr>
        <a:xfrm>
          <a:off x="0" y="0"/>
          <a:ext cx="0" cy="0"/>
          <a:chOff x="0" y="0"/>
          <a:chExt cx="0" cy="0"/>
        </a:xfrm>
      </p:grpSpPr>
      <p:sp>
        <p:nvSpPr>
          <p:cNvPr id="360" name="Google Shape;360;p57"/>
          <p:cNvSpPr txBox="1">
            <a:spLocks noGrp="1"/>
          </p:cNvSpPr>
          <p:nvPr>
            <p:ph type="body" idx="1"/>
          </p:nvPr>
        </p:nvSpPr>
        <p:spPr>
          <a:xfrm>
            <a:off x="3133000" y="514275"/>
            <a:ext cx="3890700" cy="505200"/>
          </a:xfrm>
          <a:prstGeom prst="rect">
            <a:avLst/>
          </a:prstGeom>
        </p:spPr>
        <p:txBody>
          <a:bodyPr spcFirstLastPara="1" wrap="square" lIns="0" tIns="0" rIns="0" bIns="0" anchor="t" anchorCtr="0">
            <a:noAutofit/>
          </a:bodyPr>
          <a:lstStyle>
            <a:lvl1pPr marL="457200" lvl="0"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marL="914400" lvl="1"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marL="1371600" lvl="2"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marL="1828800" lvl="3"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marL="2286000" lvl="4" indent="-298450">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marL="2743200" lvl="5"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marL="3200400" lvl="6"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marL="3657600" lvl="7"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marL="4114800" lvl="8"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a:endParaRPr/>
          </a:p>
        </p:txBody>
      </p:sp>
      <p:sp>
        <p:nvSpPr>
          <p:cNvPr id="361" name="Google Shape;361;p57"/>
          <p:cNvSpPr txBox="1">
            <a:spLocks noGrp="1"/>
          </p:cNvSpPr>
          <p:nvPr>
            <p:ph type="body" idx="2"/>
          </p:nvPr>
        </p:nvSpPr>
        <p:spPr>
          <a:xfrm>
            <a:off x="657679" y="436194"/>
            <a:ext cx="2278800" cy="1985100"/>
          </a:xfrm>
          <a:prstGeom prst="rect">
            <a:avLst/>
          </a:prstGeom>
        </p:spPr>
        <p:txBody>
          <a:bodyPr spcFirstLastPara="1" wrap="square" lIns="91425" tIns="91425" rIns="91425" bIns="91425" anchor="t" anchorCtr="0">
            <a:noAutofit/>
          </a:bodyPr>
          <a:lstStyle>
            <a:lvl1pPr marL="457200" lvl="0" indent="-406400">
              <a:lnSpc>
                <a:spcPct val="80000"/>
              </a:lnSpc>
              <a:spcBef>
                <a:spcPts val="0"/>
              </a:spcBef>
              <a:spcAft>
                <a:spcPts val="0"/>
              </a:spcAft>
              <a:buClr>
                <a:schemeClr val="accent2"/>
              </a:buClr>
              <a:buSzPts val="2800"/>
              <a:buChar char="●"/>
              <a:defRPr sz="2800">
                <a:solidFill>
                  <a:schemeClr val="accent2"/>
                </a:solidFill>
              </a:defRPr>
            </a:lvl1pPr>
            <a:lvl2pPr marL="914400" lvl="1" indent="-406400">
              <a:lnSpc>
                <a:spcPct val="80000"/>
              </a:lnSpc>
              <a:spcBef>
                <a:spcPts val="0"/>
              </a:spcBef>
              <a:spcAft>
                <a:spcPts val="0"/>
              </a:spcAft>
              <a:buClr>
                <a:schemeClr val="accent2"/>
              </a:buClr>
              <a:buSzPts val="2800"/>
              <a:buChar char="○"/>
              <a:defRPr sz="2800">
                <a:solidFill>
                  <a:schemeClr val="accent2"/>
                </a:solidFill>
              </a:defRPr>
            </a:lvl2pPr>
            <a:lvl3pPr marL="1371600" lvl="2" indent="-406400">
              <a:lnSpc>
                <a:spcPct val="80000"/>
              </a:lnSpc>
              <a:spcBef>
                <a:spcPts val="0"/>
              </a:spcBef>
              <a:spcAft>
                <a:spcPts val="0"/>
              </a:spcAft>
              <a:buClr>
                <a:schemeClr val="accent2"/>
              </a:buClr>
              <a:buSzPts val="2800"/>
              <a:buChar char="■"/>
              <a:defRPr sz="2800">
                <a:solidFill>
                  <a:schemeClr val="accent2"/>
                </a:solidFill>
              </a:defRPr>
            </a:lvl3pPr>
            <a:lvl4pPr marL="1828800" lvl="3" indent="-406400">
              <a:lnSpc>
                <a:spcPct val="80000"/>
              </a:lnSpc>
              <a:spcBef>
                <a:spcPts val="0"/>
              </a:spcBef>
              <a:spcAft>
                <a:spcPts val="0"/>
              </a:spcAft>
              <a:buClr>
                <a:schemeClr val="accent2"/>
              </a:buClr>
              <a:buSzPts val="2800"/>
              <a:buChar char="●"/>
              <a:defRPr sz="2800">
                <a:solidFill>
                  <a:schemeClr val="accent2"/>
                </a:solidFill>
              </a:defRPr>
            </a:lvl4pPr>
            <a:lvl5pPr marL="2286000" lvl="4" indent="-406400">
              <a:lnSpc>
                <a:spcPct val="80000"/>
              </a:lnSpc>
              <a:spcBef>
                <a:spcPts val="0"/>
              </a:spcBef>
              <a:spcAft>
                <a:spcPts val="0"/>
              </a:spcAft>
              <a:buClr>
                <a:schemeClr val="accent2"/>
              </a:buClr>
              <a:buSzPts val="2800"/>
              <a:buChar char="○"/>
              <a:defRPr sz="2800">
                <a:solidFill>
                  <a:schemeClr val="accent2"/>
                </a:solidFill>
              </a:defRPr>
            </a:lvl5pPr>
            <a:lvl6pPr marL="2743200" lvl="5" indent="-406400">
              <a:lnSpc>
                <a:spcPct val="80000"/>
              </a:lnSpc>
              <a:spcBef>
                <a:spcPts val="0"/>
              </a:spcBef>
              <a:spcAft>
                <a:spcPts val="0"/>
              </a:spcAft>
              <a:buClr>
                <a:schemeClr val="accent2"/>
              </a:buClr>
              <a:buSzPts val="2800"/>
              <a:buChar char="■"/>
              <a:defRPr sz="2800">
                <a:solidFill>
                  <a:schemeClr val="accent2"/>
                </a:solidFill>
              </a:defRPr>
            </a:lvl6pPr>
            <a:lvl7pPr marL="3200400" lvl="6" indent="-406400">
              <a:lnSpc>
                <a:spcPct val="80000"/>
              </a:lnSpc>
              <a:spcBef>
                <a:spcPts val="0"/>
              </a:spcBef>
              <a:spcAft>
                <a:spcPts val="0"/>
              </a:spcAft>
              <a:buClr>
                <a:schemeClr val="accent2"/>
              </a:buClr>
              <a:buSzPts val="2800"/>
              <a:buChar char="●"/>
              <a:defRPr sz="2800">
                <a:solidFill>
                  <a:schemeClr val="accent2"/>
                </a:solidFill>
              </a:defRPr>
            </a:lvl7pPr>
            <a:lvl8pPr marL="3657600" lvl="7" indent="-406400">
              <a:lnSpc>
                <a:spcPct val="80000"/>
              </a:lnSpc>
              <a:spcBef>
                <a:spcPts val="0"/>
              </a:spcBef>
              <a:spcAft>
                <a:spcPts val="0"/>
              </a:spcAft>
              <a:buClr>
                <a:schemeClr val="accent2"/>
              </a:buClr>
              <a:buSzPts val="2800"/>
              <a:buChar char="○"/>
              <a:defRPr sz="2800">
                <a:solidFill>
                  <a:schemeClr val="accent2"/>
                </a:solidFill>
              </a:defRPr>
            </a:lvl8pPr>
            <a:lvl9pPr marL="4114800" lvl="8" indent="-406400">
              <a:lnSpc>
                <a:spcPct val="80000"/>
              </a:lnSpc>
              <a:spcBef>
                <a:spcPts val="0"/>
              </a:spcBef>
              <a:spcAft>
                <a:spcPts val="0"/>
              </a:spcAft>
              <a:buClr>
                <a:schemeClr val="accent2"/>
              </a:buClr>
              <a:buSzPts val="2800"/>
              <a:buChar char="■"/>
              <a:defRPr sz="2800">
                <a:solidFill>
                  <a:schemeClr val="accent2"/>
                </a:solidFill>
              </a:defRPr>
            </a:lvl9pPr>
          </a:lstStyle>
          <a:p>
            <a:endParaRPr/>
          </a:p>
        </p:txBody>
      </p:sp>
      <p:sp>
        <p:nvSpPr>
          <p:cNvPr id="362" name="Google Shape;362;p57"/>
          <p:cNvSpPr txBox="1">
            <a:spLocks noGrp="1"/>
          </p:cNvSpPr>
          <p:nvPr>
            <p:ph type="sldNum" idx="12"/>
          </p:nvPr>
        </p:nvSpPr>
        <p:spPr>
          <a:xfrm>
            <a:off x="8490529" y="250829"/>
            <a:ext cx="348900" cy="178200"/>
          </a:xfrm>
          <a:prstGeom prst="rect">
            <a:avLst/>
          </a:prstGeom>
        </p:spPr>
        <p:txBody>
          <a:bodyPr spcFirstLastPara="1" wrap="square" lIns="91425" tIns="91425" rIns="91425" bIns="91425" anchor="t" anchorCtr="0">
            <a:noAutofit/>
          </a:bodyPr>
          <a:lstStyle>
            <a:lvl1pPr lvl="0" rtl="0">
              <a:buNone/>
              <a:defRPr sz="1100">
                <a:solidFill>
                  <a:schemeClr val="accent2"/>
                </a:solidFill>
              </a:defRPr>
            </a:lvl1pPr>
            <a:lvl2pPr lvl="1" rtl="0">
              <a:buNone/>
              <a:defRPr sz="1100">
                <a:solidFill>
                  <a:schemeClr val="accent2"/>
                </a:solidFill>
              </a:defRPr>
            </a:lvl2pPr>
            <a:lvl3pPr lvl="2" rtl="0">
              <a:buNone/>
              <a:defRPr sz="1100">
                <a:solidFill>
                  <a:schemeClr val="accent2"/>
                </a:solidFill>
              </a:defRPr>
            </a:lvl3pPr>
            <a:lvl4pPr lvl="3" rtl="0">
              <a:buNone/>
              <a:defRPr sz="1100">
                <a:solidFill>
                  <a:schemeClr val="accent2"/>
                </a:solidFill>
              </a:defRPr>
            </a:lvl4pPr>
            <a:lvl5pPr lvl="4" rtl="0">
              <a:buNone/>
              <a:defRPr sz="1100">
                <a:solidFill>
                  <a:schemeClr val="accent2"/>
                </a:solidFill>
              </a:defRPr>
            </a:lvl5pPr>
            <a:lvl6pPr lvl="5" rtl="0">
              <a:buNone/>
              <a:defRPr sz="1100">
                <a:solidFill>
                  <a:schemeClr val="accent2"/>
                </a:solidFill>
              </a:defRPr>
            </a:lvl6pPr>
            <a:lvl7pPr lvl="6" rtl="0">
              <a:buNone/>
              <a:defRPr sz="1100">
                <a:solidFill>
                  <a:schemeClr val="accent2"/>
                </a:solidFill>
              </a:defRPr>
            </a:lvl7pPr>
            <a:lvl8pPr lvl="7" rtl="0">
              <a:buNone/>
              <a:defRPr sz="1100">
                <a:solidFill>
                  <a:schemeClr val="accent2"/>
                </a:solidFill>
              </a:defRPr>
            </a:lvl8pPr>
            <a:lvl9pPr lvl="8" rtl="0">
              <a:buNone/>
              <a:defRPr sz="1100">
                <a:solidFill>
                  <a:schemeClr val="accent2"/>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xmlns:p15="http://schemas.microsoft.com/office/powerpoint/2012/main">
        <p15:guide id="1" pos="494">
          <p15:clr>
            <a:srgbClr val="E46962"/>
          </p15:clr>
        </p15:guide>
        <p15:guide id="2" orient="horz" pos="504">
          <p15:clr>
            <a:srgbClr val="E46962"/>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Revenue / Graphic">
  <p:cSld name="CUSTOM_12">
    <p:bg>
      <p:bgPr>
        <a:solidFill>
          <a:schemeClr val="dk1"/>
        </a:solidFill>
        <a:effectLst/>
      </p:bgPr>
    </p:bg>
    <p:spTree>
      <p:nvGrpSpPr>
        <p:cNvPr id="1" name="Shape 363"/>
        <p:cNvGrpSpPr/>
        <p:nvPr/>
      </p:nvGrpSpPr>
      <p:grpSpPr>
        <a:xfrm>
          <a:off x="0" y="0"/>
          <a:ext cx="0" cy="0"/>
          <a:chOff x="0" y="0"/>
          <a:chExt cx="0" cy="0"/>
        </a:xfrm>
      </p:grpSpPr>
      <p:sp>
        <p:nvSpPr>
          <p:cNvPr id="364" name="Google Shape;364;p58"/>
          <p:cNvSpPr txBox="1">
            <a:spLocks noGrp="1"/>
          </p:cNvSpPr>
          <p:nvPr>
            <p:ph type="body" idx="1"/>
          </p:nvPr>
        </p:nvSpPr>
        <p:spPr>
          <a:xfrm>
            <a:off x="569725" y="3435300"/>
            <a:ext cx="2884200" cy="1185300"/>
          </a:xfrm>
          <a:prstGeom prst="rect">
            <a:avLst/>
          </a:prstGeom>
        </p:spPr>
        <p:txBody>
          <a:bodyPr spcFirstLastPara="1" wrap="square" lIns="0" tIns="0" rIns="0" bIns="0" anchor="b" anchorCtr="0">
            <a:noAutofit/>
          </a:bodyPr>
          <a:lstStyle>
            <a:lvl1pPr marL="457200" lvl="0"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marL="914400" lvl="1"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marL="1371600" lvl="2"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marL="1828800" lvl="3"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marL="2286000" lvl="4" indent="-298450">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marL="2743200" lvl="5"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marL="3200400" lvl="6"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marL="3657600" lvl="7"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marL="4114800" lvl="8" indent="-29845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a:endParaRPr/>
          </a:p>
        </p:txBody>
      </p:sp>
      <p:sp>
        <p:nvSpPr>
          <p:cNvPr id="365" name="Google Shape;365;p58"/>
          <p:cNvSpPr txBox="1">
            <a:spLocks noGrp="1"/>
          </p:cNvSpPr>
          <p:nvPr>
            <p:ph type="subTitle" idx="2"/>
          </p:nvPr>
        </p:nvSpPr>
        <p:spPr>
          <a:xfrm>
            <a:off x="466802" y="445100"/>
            <a:ext cx="2403600" cy="537900"/>
          </a:xfrm>
          <a:prstGeom prst="rect">
            <a:avLst/>
          </a:prstGeom>
        </p:spPr>
        <p:txBody>
          <a:bodyPr spcFirstLastPara="1" wrap="square" lIns="91425" tIns="91425" rIns="91425" bIns="91425" anchor="t" anchorCtr="0">
            <a:noAutofit/>
          </a:bodyPr>
          <a:lstStyle>
            <a:lvl1pPr lvl="0">
              <a:spcBef>
                <a:spcPts val="0"/>
              </a:spcBef>
              <a:spcAft>
                <a:spcPts val="0"/>
              </a:spcAft>
              <a:buClr>
                <a:schemeClr val="accent2"/>
              </a:buClr>
              <a:buSzPts val="1400"/>
              <a:buFont typeface="Hepta Slab Medium"/>
              <a:buNone/>
              <a:defRPr>
                <a:solidFill>
                  <a:schemeClr val="accent2"/>
                </a:solidFill>
                <a:latin typeface="Hepta Slab Medium"/>
                <a:ea typeface="Hepta Slab Medium"/>
                <a:cs typeface="Hepta Slab Medium"/>
                <a:sym typeface="Hepta Slab Medium"/>
              </a:defRPr>
            </a:lvl1pPr>
            <a:lvl2pPr lvl="1">
              <a:spcBef>
                <a:spcPts val="0"/>
              </a:spcBef>
              <a:spcAft>
                <a:spcPts val="0"/>
              </a:spcAft>
              <a:buSzPts val="1400"/>
              <a:buFont typeface="Hepta Slab Medium"/>
              <a:buNone/>
              <a:defRPr>
                <a:latin typeface="Hepta Slab Medium"/>
                <a:ea typeface="Hepta Slab Medium"/>
                <a:cs typeface="Hepta Slab Medium"/>
                <a:sym typeface="Hepta Slab Medium"/>
              </a:defRPr>
            </a:lvl2pPr>
            <a:lvl3pPr lvl="2">
              <a:spcBef>
                <a:spcPts val="0"/>
              </a:spcBef>
              <a:spcAft>
                <a:spcPts val="0"/>
              </a:spcAft>
              <a:buSzPts val="1400"/>
              <a:buFont typeface="Hepta Slab Medium"/>
              <a:buNone/>
              <a:defRPr>
                <a:latin typeface="Hepta Slab Medium"/>
                <a:ea typeface="Hepta Slab Medium"/>
                <a:cs typeface="Hepta Slab Medium"/>
                <a:sym typeface="Hepta Slab Medium"/>
              </a:defRPr>
            </a:lvl3pPr>
            <a:lvl4pPr lvl="3">
              <a:spcBef>
                <a:spcPts val="0"/>
              </a:spcBef>
              <a:spcAft>
                <a:spcPts val="0"/>
              </a:spcAft>
              <a:buSzPts val="1400"/>
              <a:buFont typeface="Hepta Slab Medium"/>
              <a:buNone/>
              <a:defRPr>
                <a:latin typeface="Hepta Slab Medium"/>
                <a:ea typeface="Hepta Slab Medium"/>
                <a:cs typeface="Hepta Slab Medium"/>
                <a:sym typeface="Hepta Slab Medium"/>
              </a:defRPr>
            </a:lvl4pPr>
            <a:lvl5pPr lvl="4">
              <a:spcBef>
                <a:spcPts val="0"/>
              </a:spcBef>
              <a:spcAft>
                <a:spcPts val="0"/>
              </a:spcAft>
              <a:buSzPts val="1400"/>
              <a:buFont typeface="Hepta Slab Medium"/>
              <a:buNone/>
              <a:defRPr>
                <a:latin typeface="Hepta Slab Medium"/>
                <a:ea typeface="Hepta Slab Medium"/>
                <a:cs typeface="Hepta Slab Medium"/>
                <a:sym typeface="Hepta Slab Medium"/>
              </a:defRPr>
            </a:lvl5pPr>
            <a:lvl6pPr lvl="5">
              <a:spcBef>
                <a:spcPts val="0"/>
              </a:spcBef>
              <a:spcAft>
                <a:spcPts val="0"/>
              </a:spcAft>
              <a:buSzPts val="1400"/>
              <a:buFont typeface="Hepta Slab Medium"/>
              <a:buNone/>
              <a:defRPr>
                <a:latin typeface="Hepta Slab Medium"/>
                <a:ea typeface="Hepta Slab Medium"/>
                <a:cs typeface="Hepta Slab Medium"/>
                <a:sym typeface="Hepta Slab Medium"/>
              </a:defRPr>
            </a:lvl6pPr>
            <a:lvl7pPr lvl="6">
              <a:spcBef>
                <a:spcPts val="0"/>
              </a:spcBef>
              <a:spcAft>
                <a:spcPts val="0"/>
              </a:spcAft>
              <a:buSzPts val="1400"/>
              <a:buFont typeface="Hepta Slab Medium"/>
              <a:buNone/>
              <a:defRPr>
                <a:latin typeface="Hepta Slab Medium"/>
                <a:ea typeface="Hepta Slab Medium"/>
                <a:cs typeface="Hepta Slab Medium"/>
                <a:sym typeface="Hepta Slab Medium"/>
              </a:defRPr>
            </a:lvl7pPr>
            <a:lvl8pPr lvl="7">
              <a:spcBef>
                <a:spcPts val="0"/>
              </a:spcBef>
              <a:spcAft>
                <a:spcPts val="0"/>
              </a:spcAft>
              <a:buSzPts val="1400"/>
              <a:buFont typeface="Hepta Slab Medium"/>
              <a:buNone/>
              <a:defRPr>
                <a:latin typeface="Hepta Slab Medium"/>
                <a:ea typeface="Hepta Slab Medium"/>
                <a:cs typeface="Hepta Slab Medium"/>
                <a:sym typeface="Hepta Slab Medium"/>
              </a:defRPr>
            </a:lvl8pPr>
            <a:lvl9pPr lvl="8">
              <a:spcBef>
                <a:spcPts val="0"/>
              </a:spcBef>
              <a:spcAft>
                <a:spcPts val="0"/>
              </a:spcAft>
              <a:buSzPts val="1400"/>
              <a:buFont typeface="Hepta Slab Medium"/>
              <a:buNone/>
              <a:defRPr>
                <a:latin typeface="Hepta Slab Medium"/>
                <a:ea typeface="Hepta Slab Medium"/>
                <a:cs typeface="Hepta Slab Medium"/>
                <a:sym typeface="Hepta Slab Medium"/>
              </a:defRPr>
            </a:lvl9pPr>
          </a:lstStyle>
          <a:p>
            <a:endParaRPr/>
          </a:p>
        </p:txBody>
      </p:sp>
      <p:sp>
        <p:nvSpPr>
          <p:cNvPr id="366" name="Google Shape;366;p58"/>
          <p:cNvSpPr txBox="1">
            <a:spLocks noGrp="1"/>
          </p:cNvSpPr>
          <p:nvPr>
            <p:ph type="sldNum" idx="12"/>
          </p:nvPr>
        </p:nvSpPr>
        <p:spPr>
          <a:xfrm>
            <a:off x="8490529" y="250829"/>
            <a:ext cx="348900" cy="178200"/>
          </a:xfrm>
          <a:prstGeom prst="rect">
            <a:avLst/>
          </a:prstGeom>
        </p:spPr>
        <p:txBody>
          <a:bodyPr spcFirstLastPara="1" wrap="square" lIns="91425" tIns="91425" rIns="91425" bIns="91425" anchor="t" anchorCtr="0">
            <a:noAutofit/>
          </a:bodyPr>
          <a:lstStyle>
            <a:lvl1pPr lvl="0" rtl="0">
              <a:buNone/>
              <a:defRPr sz="1100">
                <a:solidFill>
                  <a:schemeClr val="accent2"/>
                </a:solidFill>
              </a:defRPr>
            </a:lvl1pPr>
            <a:lvl2pPr lvl="1" rtl="0">
              <a:buNone/>
              <a:defRPr sz="1100">
                <a:solidFill>
                  <a:schemeClr val="accent2"/>
                </a:solidFill>
              </a:defRPr>
            </a:lvl2pPr>
            <a:lvl3pPr lvl="2" rtl="0">
              <a:buNone/>
              <a:defRPr sz="1100">
                <a:solidFill>
                  <a:schemeClr val="accent2"/>
                </a:solidFill>
              </a:defRPr>
            </a:lvl3pPr>
            <a:lvl4pPr lvl="3" rtl="0">
              <a:buNone/>
              <a:defRPr sz="1100">
                <a:solidFill>
                  <a:schemeClr val="accent2"/>
                </a:solidFill>
              </a:defRPr>
            </a:lvl4pPr>
            <a:lvl5pPr lvl="4" rtl="0">
              <a:buNone/>
              <a:defRPr sz="1100">
                <a:solidFill>
                  <a:schemeClr val="accent2"/>
                </a:solidFill>
              </a:defRPr>
            </a:lvl5pPr>
            <a:lvl6pPr lvl="5" rtl="0">
              <a:buNone/>
              <a:defRPr sz="1100">
                <a:solidFill>
                  <a:schemeClr val="accent2"/>
                </a:solidFill>
              </a:defRPr>
            </a:lvl6pPr>
            <a:lvl7pPr lvl="6" rtl="0">
              <a:buNone/>
              <a:defRPr sz="1100">
                <a:solidFill>
                  <a:schemeClr val="accent2"/>
                </a:solidFill>
              </a:defRPr>
            </a:lvl7pPr>
            <a:lvl8pPr lvl="7" rtl="0">
              <a:buNone/>
              <a:defRPr sz="1100">
                <a:solidFill>
                  <a:schemeClr val="accent2"/>
                </a:solidFill>
              </a:defRPr>
            </a:lvl8pPr>
            <a:lvl9pPr lvl="8" rtl="0">
              <a:buNone/>
              <a:defRPr sz="1100">
                <a:solidFill>
                  <a:schemeClr val="accent2"/>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xmlns:p15="http://schemas.microsoft.com/office/powerpoint/2012/main">
        <p15:guide id="1" pos="331">
          <p15:clr>
            <a:srgbClr val="E46962"/>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0" Type="http://schemas.openxmlformats.org/officeDocument/2006/relationships/slideLayout" Target="../slideLayouts/slideLayout20.xml"/><Relationship Id="rId41" Type="http://schemas.openxmlformats.org/officeDocument/2006/relationships/slideLayout" Target="../slideLayouts/slideLayout4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52.xml"/><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theme" Target="../theme/theme2.xml"/><Relationship Id="rId2" Type="http://schemas.openxmlformats.org/officeDocument/2006/relationships/slideLayout" Target="../slideLayouts/slideLayout46.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0" Type="http://schemas.openxmlformats.org/officeDocument/2006/relationships/slideLayout" Target="../slideLayouts/slideLayout54.xml"/><Relationship Id="rId4" Type="http://schemas.openxmlformats.org/officeDocument/2006/relationships/slideLayout" Target="../slideLayouts/slideLayout48.xml"/><Relationship Id="rId9" Type="http://schemas.openxmlformats.org/officeDocument/2006/relationships/slideLayout" Target="../slideLayouts/slideLayout5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459950" y="300125"/>
            <a:ext cx="8353800" cy="8388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3600"/>
              <a:buFont typeface="Hepta Slab"/>
              <a:buNone/>
              <a:defRPr sz="3600">
                <a:solidFill>
                  <a:schemeClr val="dk1"/>
                </a:solidFill>
                <a:latin typeface="Hepta Slab"/>
                <a:ea typeface="Hepta Slab"/>
                <a:cs typeface="Hepta Slab"/>
                <a:sym typeface="Hepta Slab"/>
              </a:defRPr>
            </a:lvl1pPr>
            <a:lvl2pPr lvl="1">
              <a:spcBef>
                <a:spcPts val="0"/>
              </a:spcBef>
              <a:spcAft>
                <a:spcPts val="0"/>
              </a:spcAft>
              <a:buSzPts val="1400"/>
              <a:buFont typeface="Hepta Slab"/>
              <a:buNone/>
              <a:defRPr>
                <a:latin typeface="Hepta Slab"/>
                <a:ea typeface="Hepta Slab"/>
                <a:cs typeface="Hepta Slab"/>
                <a:sym typeface="Hepta Slab"/>
              </a:defRPr>
            </a:lvl2pPr>
            <a:lvl3pPr lvl="2">
              <a:spcBef>
                <a:spcPts val="0"/>
              </a:spcBef>
              <a:spcAft>
                <a:spcPts val="0"/>
              </a:spcAft>
              <a:buSzPts val="1400"/>
              <a:buFont typeface="Hepta Slab"/>
              <a:buNone/>
              <a:defRPr>
                <a:latin typeface="Hepta Slab"/>
                <a:ea typeface="Hepta Slab"/>
                <a:cs typeface="Hepta Slab"/>
                <a:sym typeface="Hepta Slab"/>
              </a:defRPr>
            </a:lvl3pPr>
            <a:lvl4pPr lvl="3">
              <a:spcBef>
                <a:spcPts val="0"/>
              </a:spcBef>
              <a:spcAft>
                <a:spcPts val="0"/>
              </a:spcAft>
              <a:buSzPts val="1400"/>
              <a:buFont typeface="Hepta Slab"/>
              <a:buNone/>
              <a:defRPr>
                <a:latin typeface="Hepta Slab"/>
                <a:ea typeface="Hepta Slab"/>
                <a:cs typeface="Hepta Slab"/>
                <a:sym typeface="Hepta Slab"/>
              </a:defRPr>
            </a:lvl4pPr>
            <a:lvl5pPr lvl="4">
              <a:spcBef>
                <a:spcPts val="0"/>
              </a:spcBef>
              <a:spcAft>
                <a:spcPts val="0"/>
              </a:spcAft>
              <a:buSzPts val="1400"/>
              <a:buFont typeface="Hepta Slab"/>
              <a:buNone/>
              <a:defRPr>
                <a:latin typeface="Hepta Slab"/>
                <a:ea typeface="Hepta Slab"/>
                <a:cs typeface="Hepta Slab"/>
                <a:sym typeface="Hepta Slab"/>
              </a:defRPr>
            </a:lvl5pPr>
            <a:lvl6pPr lvl="5">
              <a:spcBef>
                <a:spcPts val="0"/>
              </a:spcBef>
              <a:spcAft>
                <a:spcPts val="0"/>
              </a:spcAft>
              <a:buSzPts val="1400"/>
              <a:buFont typeface="Hepta Slab"/>
              <a:buNone/>
              <a:defRPr>
                <a:latin typeface="Hepta Slab"/>
                <a:ea typeface="Hepta Slab"/>
                <a:cs typeface="Hepta Slab"/>
                <a:sym typeface="Hepta Slab"/>
              </a:defRPr>
            </a:lvl6pPr>
            <a:lvl7pPr lvl="6">
              <a:spcBef>
                <a:spcPts val="0"/>
              </a:spcBef>
              <a:spcAft>
                <a:spcPts val="0"/>
              </a:spcAft>
              <a:buSzPts val="1400"/>
              <a:buFont typeface="Hepta Slab"/>
              <a:buNone/>
              <a:defRPr>
                <a:latin typeface="Hepta Slab"/>
                <a:ea typeface="Hepta Slab"/>
                <a:cs typeface="Hepta Slab"/>
                <a:sym typeface="Hepta Slab"/>
              </a:defRPr>
            </a:lvl7pPr>
            <a:lvl8pPr lvl="7">
              <a:spcBef>
                <a:spcPts val="0"/>
              </a:spcBef>
              <a:spcAft>
                <a:spcPts val="0"/>
              </a:spcAft>
              <a:buSzPts val="1400"/>
              <a:buFont typeface="Hepta Slab"/>
              <a:buNone/>
              <a:defRPr>
                <a:latin typeface="Hepta Slab"/>
                <a:ea typeface="Hepta Slab"/>
                <a:cs typeface="Hepta Slab"/>
                <a:sym typeface="Hepta Slab"/>
              </a:defRPr>
            </a:lvl8pPr>
            <a:lvl9pPr lvl="8">
              <a:spcBef>
                <a:spcPts val="0"/>
              </a:spcBef>
              <a:spcAft>
                <a:spcPts val="0"/>
              </a:spcAft>
              <a:buSzPts val="1400"/>
              <a:buFont typeface="Hepta Slab"/>
              <a:buNone/>
              <a:defRPr>
                <a:latin typeface="Hepta Slab"/>
                <a:ea typeface="Hepta Slab"/>
                <a:cs typeface="Hepta Slab"/>
                <a:sym typeface="Hepta Slab"/>
              </a:defRPr>
            </a:lvl9pPr>
          </a:lstStyle>
          <a:p>
            <a:endParaRPr/>
          </a:p>
        </p:txBody>
      </p:sp>
      <p:sp>
        <p:nvSpPr>
          <p:cNvPr id="52" name="Google Shape;52;p13"/>
          <p:cNvSpPr txBox="1">
            <a:spLocks noGrp="1"/>
          </p:cNvSpPr>
          <p:nvPr>
            <p:ph type="body" idx="1"/>
          </p:nvPr>
        </p:nvSpPr>
        <p:spPr>
          <a:xfrm>
            <a:off x="536575" y="2676025"/>
            <a:ext cx="5275500" cy="2201100"/>
          </a:xfrm>
          <a:prstGeom prst="rect">
            <a:avLst/>
          </a:prstGeom>
          <a:noFill/>
          <a:ln>
            <a:noFill/>
          </a:ln>
        </p:spPr>
        <p:txBody>
          <a:bodyPr spcFirstLastPara="1" wrap="square" lIns="91425" tIns="91425" rIns="91425" bIns="91425" anchor="t" anchorCtr="0">
            <a:noAutofit/>
          </a:bodyPr>
          <a:lstStyle>
            <a:lvl1pPr marL="457200" lvl="0" indent="-323850">
              <a:spcBef>
                <a:spcPts val="0"/>
              </a:spcBef>
              <a:spcAft>
                <a:spcPts val="0"/>
              </a:spcAft>
              <a:buClr>
                <a:schemeClr val="dk1"/>
              </a:buClr>
              <a:buSzPts val="1500"/>
              <a:buFont typeface="Barlow Light"/>
              <a:buChar char="●"/>
              <a:defRPr sz="1500">
                <a:solidFill>
                  <a:schemeClr val="dk1"/>
                </a:solidFill>
                <a:latin typeface="Barlow Light"/>
                <a:ea typeface="Barlow Light"/>
                <a:cs typeface="Barlow Light"/>
                <a:sym typeface="Barlow Light"/>
              </a:defRPr>
            </a:lvl1pPr>
            <a:lvl2pPr marL="914400" lvl="1" indent="-317500">
              <a:spcBef>
                <a:spcPts val="0"/>
              </a:spcBef>
              <a:spcAft>
                <a:spcPts val="0"/>
              </a:spcAft>
              <a:buClr>
                <a:schemeClr val="dk1"/>
              </a:buClr>
              <a:buSzPts val="1400"/>
              <a:buFont typeface="Barlow Light"/>
              <a:buChar char="○"/>
              <a:defRPr>
                <a:solidFill>
                  <a:schemeClr val="dk1"/>
                </a:solidFill>
                <a:latin typeface="Barlow Light"/>
                <a:ea typeface="Barlow Light"/>
                <a:cs typeface="Barlow Light"/>
                <a:sym typeface="Barlow Light"/>
              </a:defRPr>
            </a:lvl2pPr>
            <a:lvl3pPr marL="1371600" lvl="2" indent="-311150">
              <a:spcBef>
                <a:spcPts val="0"/>
              </a:spcBef>
              <a:spcAft>
                <a:spcPts val="0"/>
              </a:spcAft>
              <a:buClr>
                <a:schemeClr val="dk1"/>
              </a:buClr>
              <a:buSzPts val="1300"/>
              <a:buFont typeface="Barlow Light"/>
              <a:buChar char="■"/>
              <a:defRPr sz="1300">
                <a:solidFill>
                  <a:schemeClr val="dk1"/>
                </a:solidFill>
                <a:latin typeface="Barlow Light"/>
                <a:ea typeface="Barlow Light"/>
                <a:cs typeface="Barlow Light"/>
                <a:sym typeface="Barlow Light"/>
              </a:defRPr>
            </a:lvl3pPr>
            <a:lvl4pPr marL="1828800" lvl="3" indent="-304800">
              <a:spcBef>
                <a:spcPts val="0"/>
              </a:spcBef>
              <a:spcAft>
                <a:spcPts val="0"/>
              </a:spcAft>
              <a:buClr>
                <a:schemeClr val="dk1"/>
              </a:buClr>
              <a:buSzPts val="1200"/>
              <a:buFont typeface="Barlow Light"/>
              <a:buChar char="●"/>
              <a:defRPr sz="1200">
                <a:solidFill>
                  <a:schemeClr val="dk1"/>
                </a:solidFill>
                <a:latin typeface="Barlow Light"/>
                <a:ea typeface="Barlow Light"/>
                <a:cs typeface="Barlow Light"/>
                <a:sym typeface="Barlow Light"/>
              </a:defRPr>
            </a:lvl4pPr>
            <a:lvl5pPr marL="2286000" lvl="4" indent="-298450">
              <a:spcBef>
                <a:spcPts val="0"/>
              </a:spcBef>
              <a:spcAft>
                <a:spcPts val="0"/>
              </a:spcAft>
              <a:buClr>
                <a:schemeClr val="dk1"/>
              </a:buClr>
              <a:buSzPts val="1100"/>
              <a:buFont typeface="Barlow Light"/>
              <a:buChar char="○"/>
              <a:defRPr sz="1100">
                <a:solidFill>
                  <a:schemeClr val="dk1"/>
                </a:solidFill>
                <a:latin typeface="Barlow Light"/>
                <a:ea typeface="Barlow Light"/>
                <a:cs typeface="Barlow Light"/>
                <a:sym typeface="Barlow Light"/>
              </a:defRPr>
            </a:lvl5pPr>
            <a:lvl6pPr marL="2743200" lvl="5" indent="-292100">
              <a:spcBef>
                <a:spcPts val="0"/>
              </a:spcBef>
              <a:spcAft>
                <a:spcPts val="0"/>
              </a:spcAft>
              <a:buClr>
                <a:schemeClr val="dk1"/>
              </a:buClr>
              <a:buSzPts val="1000"/>
              <a:buFont typeface="Barlow Light"/>
              <a:buChar char="■"/>
              <a:defRPr sz="1000">
                <a:solidFill>
                  <a:schemeClr val="dk1"/>
                </a:solidFill>
                <a:latin typeface="Barlow Light"/>
                <a:ea typeface="Barlow Light"/>
                <a:cs typeface="Barlow Light"/>
                <a:sym typeface="Barlow Light"/>
              </a:defRPr>
            </a:lvl6pPr>
            <a:lvl7pPr marL="3200400" lvl="6" indent="-285750">
              <a:spcBef>
                <a:spcPts val="0"/>
              </a:spcBef>
              <a:spcAft>
                <a:spcPts val="0"/>
              </a:spcAft>
              <a:buClr>
                <a:schemeClr val="dk1"/>
              </a:buClr>
              <a:buSzPts val="900"/>
              <a:buFont typeface="Barlow Light"/>
              <a:buChar char="●"/>
              <a:defRPr sz="900">
                <a:solidFill>
                  <a:schemeClr val="dk1"/>
                </a:solidFill>
                <a:latin typeface="Barlow Light"/>
                <a:ea typeface="Barlow Light"/>
                <a:cs typeface="Barlow Light"/>
                <a:sym typeface="Barlow Light"/>
              </a:defRPr>
            </a:lvl7pPr>
            <a:lvl8pPr marL="3657600" lvl="7" indent="-279400">
              <a:spcBef>
                <a:spcPts val="0"/>
              </a:spcBef>
              <a:spcAft>
                <a:spcPts val="0"/>
              </a:spcAft>
              <a:buClr>
                <a:schemeClr val="dk1"/>
              </a:buClr>
              <a:buSzPts val="800"/>
              <a:buFont typeface="Barlow Light"/>
              <a:buChar char="○"/>
              <a:defRPr sz="800">
                <a:solidFill>
                  <a:schemeClr val="dk1"/>
                </a:solidFill>
                <a:latin typeface="Barlow Light"/>
                <a:ea typeface="Barlow Light"/>
                <a:cs typeface="Barlow Light"/>
                <a:sym typeface="Barlow Light"/>
              </a:defRPr>
            </a:lvl8pPr>
            <a:lvl9pPr marL="4114800" lvl="8" indent="-273050">
              <a:spcBef>
                <a:spcPts val="0"/>
              </a:spcBef>
              <a:spcAft>
                <a:spcPts val="0"/>
              </a:spcAft>
              <a:buClr>
                <a:schemeClr val="dk1"/>
              </a:buClr>
              <a:buSzPts val="700"/>
              <a:buFont typeface="Barlow Light"/>
              <a:buChar char="■"/>
              <a:defRPr sz="800">
                <a:solidFill>
                  <a:schemeClr val="dk1"/>
                </a:solidFill>
                <a:latin typeface="Barlow Light"/>
                <a:ea typeface="Barlow Light"/>
                <a:cs typeface="Barlow Light"/>
                <a:sym typeface="Barlow Light"/>
              </a:defRPr>
            </a:lvl9pPr>
          </a:lstStyle>
          <a:p>
            <a:endParaRPr/>
          </a:p>
        </p:txBody>
      </p:sp>
      <p:sp>
        <p:nvSpPr>
          <p:cNvPr id="53" name="Google Shape;53;p13"/>
          <p:cNvSpPr txBox="1">
            <a:spLocks noGrp="1"/>
          </p:cNvSpPr>
          <p:nvPr>
            <p:ph type="sldNum" idx="12"/>
          </p:nvPr>
        </p:nvSpPr>
        <p:spPr>
          <a:xfrm>
            <a:off x="8556784" y="4749851"/>
            <a:ext cx="548700" cy="393600"/>
          </a:xfrm>
          <a:prstGeom prst="rect">
            <a:avLst/>
          </a:prstGeom>
          <a:noFill/>
          <a:ln>
            <a:noFill/>
          </a:ln>
        </p:spPr>
        <p:txBody>
          <a:bodyPr spcFirstLastPara="1" wrap="square" lIns="91425" tIns="91425" rIns="91425" bIns="91425" anchor="t" anchorCtr="0">
            <a:noAutofit/>
          </a:bodyPr>
          <a:lstStyle>
            <a:lvl1pPr lvl="0" algn="r">
              <a:buNone/>
              <a:defRPr sz="1300">
                <a:solidFill>
                  <a:schemeClr val="dk1"/>
                </a:solidFill>
                <a:latin typeface="Barlow Light"/>
                <a:ea typeface="Barlow Light"/>
                <a:cs typeface="Barlow Light"/>
                <a:sym typeface="Barlow Light"/>
              </a:defRPr>
            </a:lvl1pPr>
            <a:lvl2pPr lvl="1" algn="r">
              <a:buNone/>
              <a:defRPr sz="1300">
                <a:solidFill>
                  <a:schemeClr val="dk1"/>
                </a:solidFill>
                <a:latin typeface="Barlow Light"/>
                <a:ea typeface="Barlow Light"/>
                <a:cs typeface="Barlow Light"/>
                <a:sym typeface="Barlow Light"/>
              </a:defRPr>
            </a:lvl2pPr>
            <a:lvl3pPr lvl="2" algn="r">
              <a:buNone/>
              <a:defRPr sz="1300">
                <a:solidFill>
                  <a:schemeClr val="dk1"/>
                </a:solidFill>
                <a:latin typeface="Barlow Light"/>
                <a:ea typeface="Barlow Light"/>
                <a:cs typeface="Barlow Light"/>
                <a:sym typeface="Barlow Light"/>
              </a:defRPr>
            </a:lvl3pPr>
            <a:lvl4pPr lvl="3" algn="r">
              <a:buNone/>
              <a:defRPr sz="1300">
                <a:solidFill>
                  <a:schemeClr val="dk1"/>
                </a:solidFill>
                <a:latin typeface="Barlow Light"/>
                <a:ea typeface="Barlow Light"/>
                <a:cs typeface="Barlow Light"/>
                <a:sym typeface="Barlow Light"/>
              </a:defRPr>
            </a:lvl4pPr>
            <a:lvl5pPr lvl="4" algn="r">
              <a:buNone/>
              <a:defRPr sz="1300">
                <a:solidFill>
                  <a:schemeClr val="dk1"/>
                </a:solidFill>
                <a:latin typeface="Barlow Light"/>
                <a:ea typeface="Barlow Light"/>
                <a:cs typeface="Barlow Light"/>
                <a:sym typeface="Barlow Light"/>
              </a:defRPr>
            </a:lvl5pPr>
            <a:lvl6pPr lvl="5" algn="r">
              <a:buNone/>
              <a:defRPr sz="1300">
                <a:solidFill>
                  <a:schemeClr val="dk1"/>
                </a:solidFill>
                <a:latin typeface="Barlow Light"/>
                <a:ea typeface="Barlow Light"/>
                <a:cs typeface="Barlow Light"/>
                <a:sym typeface="Barlow Light"/>
              </a:defRPr>
            </a:lvl6pPr>
            <a:lvl7pPr lvl="6" algn="r">
              <a:buNone/>
              <a:defRPr sz="1300">
                <a:solidFill>
                  <a:schemeClr val="dk1"/>
                </a:solidFill>
                <a:latin typeface="Barlow Light"/>
                <a:ea typeface="Barlow Light"/>
                <a:cs typeface="Barlow Light"/>
                <a:sym typeface="Barlow Light"/>
              </a:defRPr>
            </a:lvl7pPr>
            <a:lvl8pPr lvl="7" algn="r">
              <a:buNone/>
              <a:defRPr sz="1300">
                <a:solidFill>
                  <a:schemeClr val="dk1"/>
                </a:solidFill>
                <a:latin typeface="Barlow Light"/>
                <a:ea typeface="Barlow Light"/>
                <a:cs typeface="Barlow Light"/>
                <a:sym typeface="Barlow Light"/>
              </a:defRPr>
            </a:lvl8pPr>
            <a:lvl9pPr lvl="8" algn="r">
              <a:buNone/>
              <a:defRPr sz="1300">
                <a:solidFill>
                  <a:schemeClr val="dk1"/>
                </a:solidFill>
                <a:latin typeface="Barlow Light"/>
                <a:ea typeface="Barlow Light"/>
                <a:cs typeface="Barlow Light"/>
                <a:sym typeface="Barlow Light"/>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5" r:id="rId26"/>
    <p:sldLayoutId id="2147483686" r:id="rId27"/>
    <p:sldLayoutId id="2147483687" r:id="rId28"/>
    <p:sldLayoutId id="2147483688" r:id="rId29"/>
    <p:sldLayoutId id="2147483689" r:id="rId30"/>
    <p:sldLayoutId id="2147483690" r:id="rId31"/>
    <p:sldLayoutId id="2147483691" r:id="rId32"/>
    <p:sldLayoutId id="2147483692" r:id="rId33"/>
    <p:sldLayoutId id="2147483693" r:id="rId34"/>
    <p:sldLayoutId id="2147483694" r:id="rId35"/>
    <p:sldLayoutId id="2147483695" r:id="rId36"/>
    <p:sldLayoutId id="2147483696" r:id="rId37"/>
    <p:sldLayoutId id="2147483697" r:id="rId38"/>
    <p:sldLayoutId id="2147483698" r:id="rId39"/>
    <p:sldLayoutId id="2147483699" r:id="rId40"/>
    <p:sldLayoutId id="2147483700" r:id="rId41"/>
    <p:sldLayoutId id="2147483701" r:id="rId42"/>
    <p:sldLayoutId id="2147483702" r:id="rId43"/>
    <p:sldLayoutId id="2147483703" r:id="rId4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2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31.xml"/><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3.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35.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comments" Target="../comments/comment1.xml"/><Relationship Id="rId2" Type="http://schemas.openxmlformats.org/officeDocument/2006/relationships/notesSlide" Target="../notesSlides/notesSlide9.xml"/><Relationship Id="rId1" Type="http://schemas.openxmlformats.org/officeDocument/2006/relationships/slideLayout" Target="../slideLayouts/slideLayout38.xml"/><Relationship Id="rId6" Type="http://schemas.openxmlformats.org/officeDocument/2006/relationships/image" Target="../media/image4.png"/><Relationship Id="rId5" Type="http://schemas.openxmlformats.org/officeDocument/2006/relationships/image" Target="../media/image7.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38.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 Id="rId9" Type="http://schemas.openxmlformats.org/officeDocument/2006/relationships/image" Target="../media/image14.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0.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39.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28.xml"/><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4.xml"/><Relationship Id="rId1" Type="http://schemas.openxmlformats.org/officeDocument/2006/relationships/slideLayout" Target="../slideLayouts/slideLayout28.xml"/><Relationship Id="rId4" Type="http://schemas.openxmlformats.org/officeDocument/2006/relationships/image" Target="../media/image22.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0.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70"/>
        <p:cNvGrpSpPr/>
        <p:nvPr/>
      </p:nvGrpSpPr>
      <p:grpSpPr>
        <a:xfrm>
          <a:off x="0" y="0"/>
          <a:ext cx="0" cy="0"/>
          <a:chOff x="0" y="0"/>
          <a:chExt cx="0" cy="0"/>
        </a:xfrm>
      </p:grpSpPr>
      <p:sp>
        <p:nvSpPr>
          <p:cNvPr id="371" name="Google Shape;371;p59"/>
          <p:cNvSpPr txBox="1">
            <a:spLocks noGrp="1"/>
          </p:cNvSpPr>
          <p:nvPr>
            <p:ph type="title"/>
          </p:nvPr>
        </p:nvSpPr>
        <p:spPr>
          <a:xfrm>
            <a:off x="632850" y="1160500"/>
            <a:ext cx="7878300" cy="1741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lt1"/>
              </a:buClr>
              <a:buSzPts val="1100"/>
              <a:buNone/>
            </a:pPr>
            <a:r>
              <a:rPr lang="en" dirty="0">
                <a:solidFill>
                  <a:srgbClr val="999999"/>
                </a:solidFill>
              </a:rPr>
              <a:t>Real-World Data Science Application</a:t>
            </a:r>
            <a:endParaRPr dirty="0">
              <a:solidFill>
                <a:srgbClr val="999999"/>
              </a:solidFill>
            </a:endParaRPr>
          </a:p>
        </p:txBody>
      </p:sp>
      <p:sp>
        <p:nvSpPr>
          <p:cNvPr id="372" name="Google Shape;372;p59"/>
          <p:cNvSpPr txBox="1">
            <a:spLocks noGrp="1"/>
          </p:cNvSpPr>
          <p:nvPr>
            <p:ph type="subTitle" idx="2"/>
          </p:nvPr>
        </p:nvSpPr>
        <p:spPr>
          <a:xfrm>
            <a:off x="2857500" y="2902000"/>
            <a:ext cx="3765600" cy="934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lt1"/>
              </a:buClr>
              <a:buSzPts val="1100"/>
              <a:buNone/>
            </a:pPr>
            <a:r>
              <a:rPr lang="en"/>
              <a:t>TA-2</a:t>
            </a:r>
            <a:endParaRPr/>
          </a:p>
        </p:txBody>
      </p:sp>
      <p:sp>
        <p:nvSpPr>
          <p:cNvPr id="373" name="Google Shape;373;p59"/>
          <p:cNvSpPr txBox="1"/>
          <p:nvPr/>
        </p:nvSpPr>
        <p:spPr>
          <a:xfrm>
            <a:off x="2543250" y="3464225"/>
            <a:ext cx="4394100" cy="1079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endParaRPr sz="1500" dirty="0">
              <a:solidFill>
                <a:schemeClr val="dk1"/>
              </a:solidFill>
              <a:latin typeface="Hepta Slab"/>
              <a:ea typeface="Hepta Slab"/>
              <a:cs typeface="Hepta Slab"/>
              <a:sym typeface="Hepta Slab"/>
            </a:endParaRPr>
          </a:p>
          <a:p>
            <a:pPr marL="0" lvl="0" indent="0" algn="ctr" rtl="0">
              <a:spcBef>
                <a:spcPts val="0"/>
              </a:spcBef>
              <a:spcAft>
                <a:spcPts val="0"/>
              </a:spcAft>
              <a:buNone/>
            </a:pPr>
            <a:r>
              <a:rPr lang="en" sz="1500" dirty="0">
                <a:solidFill>
                  <a:schemeClr val="dk1"/>
                </a:solidFill>
                <a:latin typeface="Hepta Slab"/>
                <a:ea typeface="Hepta Slab"/>
                <a:cs typeface="Hepta Slab"/>
                <a:sym typeface="Hepta Slab"/>
              </a:rPr>
              <a:t>Name:Aman Hatmode </a:t>
            </a:r>
            <a:endParaRPr sz="1500" dirty="0">
              <a:solidFill>
                <a:schemeClr val="dk1"/>
              </a:solidFill>
              <a:latin typeface="Hepta Slab"/>
              <a:ea typeface="Hepta Slab"/>
              <a:cs typeface="Hepta Slab"/>
              <a:sym typeface="Hepta Slab"/>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77"/>
        <p:cNvGrpSpPr/>
        <p:nvPr/>
      </p:nvGrpSpPr>
      <p:grpSpPr>
        <a:xfrm>
          <a:off x="0" y="0"/>
          <a:ext cx="0" cy="0"/>
          <a:chOff x="0" y="0"/>
          <a:chExt cx="0" cy="0"/>
        </a:xfrm>
      </p:grpSpPr>
      <p:sp>
        <p:nvSpPr>
          <p:cNvPr id="378" name="Google Shape;378;p60"/>
          <p:cNvSpPr txBox="1">
            <a:spLocks noGrp="1"/>
          </p:cNvSpPr>
          <p:nvPr>
            <p:ph type="subTitle" idx="1"/>
          </p:nvPr>
        </p:nvSpPr>
        <p:spPr>
          <a:xfrm>
            <a:off x="475075" y="309225"/>
            <a:ext cx="3655200" cy="357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AGENDA</a:t>
            </a:r>
            <a:endParaRPr/>
          </a:p>
        </p:txBody>
      </p:sp>
      <p:sp>
        <p:nvSpPr>
          <p:cNvPr id="379" name="Google Shape;379;p60"/>
          <p:cNvSpPr txBox="1">
            <a:spLocks noGrp="1"/>
          </p:cNvSpPr>
          <p:nvPr>
            <p:ph type="body" idx="2"/>
          </p:nvPr>
        </p:nvSpPr>
        <p:spPr>
          <a:xfrm>
            <a:off x="787297" y="980554"/>
            <a:ext cx="926100" cy="4740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a:t>01</a:t>
            </a:r>
            <a:endParaRPr/>
          </a:p>
        </p:txBody>
      </p:sp>
      <p:sp>
        <p:nvSpPr>
          <p:cNvPr id="380" name="Google Shape;380;p60"/>
          <p:cNvSpPr txBox="1">
            <a:spLocks noGrp="1"/>
          </p:cNvSpPr>
          <p:nvPr>
            <p:ph type="subTitle" idx="3"/>
          </p:nvPr>
        </p:nvSpPr>
        <p:spPr>
          <a:xfrm>
            <a:off x="1699221" y="980279"/>
            <a:ext cx="2362200" cy="474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Problem Definition</a:t>
            </a:r>
            <a:endParaRPr/>
          </a:p>
        </p:txBody>
      </p:sp>
      <p:sp>
        <p:nvSpPr>
          <p:cNvPr id="381" name="Google Shape;381;p60"/>
          <p:cNvSpPr txBox="1">
            <a:spLocks noGrp="1"/>
          </p:cNvSpPr>
          <p:nvPr>
            <p:ph type="body" idx="5"/>
          </p:nvPr>
        </p:nvSpPr>
        <p:spPr>
          <a:xfrm>
            <a:off x="787297" y="2222666"/>
            <a:ext cx="926100" cy="4740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a:t>02</a:t>
            </a:r>
            <a:endParaRPr/>
          </a:p>
        </p:txBody>
      </p:sp>
      <p:sp>
        <p:nvSpPr>
          <p:cNvPr id="382" name="Google Shape;382;p60"/>
          <p:cNvSpPr txBox="1">
            <a:spLocks noGrp="1"/>
          </p:cNvSpPr>
          <p:nvPr>
            <p:ph type="subTitle" idx="6"/>
          </p:nvPr>
        </p:nvSpPr>
        <p:spPr>
          <a:xfrm>
            <a:off x="1699221" y="2222391"/>
            <a:ext cx="2362200" cy="474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Data Collection</a:t>
            </a:r>
            <a:endParaRPr/>
          </a:p>
        </p:txBody>
      </p:sp>
      <p:sp>
        <p:nvSpPr>
          <p:cNvPr id="383" name="Google Shape;383;p60"/>
          <p:cNvSpPr txBox="1">
            <a:spLocks noGrp="1"/>
          </p:cNvSpPr>
          <p:nvPr>
            <p:ph type="body" idx="8"/>
          </p:nvPr>
        </p:nvSpPr>
        <p:spPr>
          <a:xfrm>
            <a:off x="787297" y="3219093"/>
            <a:ext cx="926100" cy="4740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a:t>03</a:t>
            </a:r>
            <a:endParaRPr/>
          </a:p>
        </p:txBody>
      </p:sp>
      <p:sp>
        <p:nvSpPr>
          <p:cNvPr id="384" name="Google Shape;384;p60"/>
          <p:cNvSpPr txBox="1">
            <a:spLocks noGrp="1"/>
          </p:cNvSpPr>
          <p:nvPr>
            <p:ph type="subTitle" idx="9"/>
          </p:nvPr>
        </p:nvSpPr>
        <p:spPr>
          <a:xfrm>
            <a:off x="1699221" y="3218818"/>
            <a:ext cx="2362200" cy="474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Data Cleaning</a:t>
            </a:r>
            <a:endParaRPr/>
          </a:p>
        </p:txBody>
      </p:sp>
      <p:sp>
        <p:nvSpPr>
          <p:cNvPr id="385" name="Google Shape;385;p60"/>
          <p:cNvSpPr txBox="1">
            <a:spLocks noGrp="1"/>
          </p:cNvSpPr>
          <p:nvPr>
            <p:ph type="body" idx="13"/>
          </p:nvPr>
        </p:nvSpPr>
        <p:spPr>
          <a:xfrm>
            <a:off x="2285722" y="3464518"/>
            <a:ext cx="1775700" cy="8430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a:t>Why to use ?</a:t>
            </a:r>
            <a:endParaRPr/>
          </a:p>
          <a:p>
            <a:pPr marL="457200" lvl="0" indent="-298450" algn="l" rtl="0">
              <a:spcBef>
                <a:spcPts val="0"/>
              </a:spcBef>
              <a:spcAft>
                <a:spcPts val="0"/>
              </a:spcAft>
              <a:buSzPts val="1100"/>
              <a:buChar char="●"/>
            </a:pPr>
            <a:r>
              <a:rPr lang="en"/>
              <a:t>On Which column to use ?</a:t>
            </a:r>
            <a:endParaRPr/>
          </a:p>
          <a:p>
            <a:pPr marL="457200" lvl="0" indent="-298450" algn="l" rtl="0">
              <a:spcBef>
                <a:spcPts val="0"/>
              </a:spcBef>
              <a:spcAft>
                <a:spcPts val="0"/>
              </a:spcAft>
              <a:buSzPts val="1100"/>
              <a:buChar char="●"/>
            </a:pPr>
            <a:r>
              <a:rPr lang="en"/>
              <a:t>How to use </a:t>
            </a:r>
            <a:endParaRPr/>
          </a:p>
        </p:txBody>
      </p:sp>
      <p:sp>
        <p:nvSpPr>
          <p:cNvPr id="386" name="Google Shape;386;p60"/>
          <p:cNvSpPr txBox="1">
            <a:spLocks noGrp="1"/>
          </p:cNvSpPr>
          <p:nvPr>
            <p:ph type="body" idx="14"/>
          </p:nvPr>
        </p:nvSpPr>
        <p:spPr>
          <a:xfrm>
            <a:off x="4822781" y="980554"/>
            <a:ext cx="926100" cy="4740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a:t>04</a:t>
            </a:r>
            <a:endParaRPr/>
          </a:p>
        </p:txBody>
      </p:sp>
      <p:sp>
        <p:nvSpPr>
          <p:cNvPr id="387" name="Google Shape;387;p60"/>
          <p:cNvSpPr txBox="1">
            <a:spLocks noGrp="1"/>
          </p:cNvSpPr>
          <p:nvPr>
            <p:ph type="subTitle" idx="15"/>
          </p:nvPr>
        </p:nvSpPr>
        <p:spPr>
          <a:xfrm>
            <a:off x="5734699" y="980275"/>
            <a:ext cx="2913900" cy="474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Exploratory Data Analysis</a:t>
            </a:r>
            <a:endParaRPr/>
          </a:p>
        </p:txBody>
      </p:sp>
      <p:sp>
        <p:nvSpPr>
          <p:cNvPr id="388" name="Google Shape;388;p60"/>
          <p:cNvSpPr txBox="1">
            <a:spLocks noGrp="1"/>
          </p:cNvSpPr>
          <p:nvPr>
            <p:ph type="body" idx="17"/>
          </p:nvPr>
        </p:nvSpPr>
        <p:spPr>
          <a:xfrm>
            <a:off x="4822781" y="2222666"/>
            <a:ext cx="926100" cy="4740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a:t>05</a:t>
            </a:r>
            <a:endParaRPr/>
          </a:p>
        </p:txBody>
      </p:sp>
      <p:sp>
        <p:nvSpPr>
          <p:cNvPr id="389" name="Google Shape;389;p60"/>
          <p:cNvSpPr txBox="1">
            <a:spLocks noGrp="1"/>
          </p:cNvSpPr>
          <p:nvPr>
            <p:ph type="subTitle" idx="18"/>
          </p:nvPr>
        </p:nvSpPr>
        <p:spPr>
          <a:xfrm>
            <a:off x="5734705" y="2222391"/>
            <a:ext cx="2362200" cy="474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Insights</a:t>
            </a:r>
            <a:endParaRPr/>
          </a:p>
        </p:txBody>
      </p:sp>
      <p:sp>
        <p:nvSpPr>
          <p:cNvPr id="390" name="Google Shape;390;p60"/>
          <p:cNvSpPr txBox="1">
            <a:spLocks noGrp="1"/>
          </p:cNvSpPr>
          <p:nvPr>
            <p:ph type="body" idx="19"/>
          </p:nvPr>
        </p:nvSpPr>
        <p:spPr>
          <a:xfrm>
            <a:off x="6714831" y="3560366"/>
            <a:ext cx="1775700" cy="8430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a:t>Questions</a:t>
            </a:r>
            <a:endParaRPr/>
          </a:p>
          <a:p>
            <a:pPr marL="457200" lvl="0" indent="-298450" algn="l" rtl="0">
              <a:spcBef>
                <a:spcPts val="0"/>
              </a:spcBef>
              <a:spcAft>
                <a:spcPts val="0"/>
              </a:spcAft>
              <a:buSzPts val="1100"/>
              <a:buChar char="●"/>
            </a:pPr>
            <a:r>
              <a:rPr lang="en"/>
              <a:t>Thank You</a:t>
            </a:r>
            <a:endParaRPr/>
          </a:p>
        </p:txBody>
      </p:sp>
      <p:sp>
        <p:nvSpPr>
          <p:cNvPr id="391" name="Google Shape;391;p60"/>
          <p:cNvSpPr txBox="1">
            <a:spLocks noGrp="1"/>
          </p:cNvSpPr>
          <p:nvPr>
            <p:ph type="sldNum" idx="12"/>
          </p:nvPr>
        </p:nvSpPr>
        <p:spPr>
          <a:xfrm>
            <a:off x="8490529" y="250829"/>
            <a:ext cx="348900" cy="1782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2</a:t>
            </a:fld>
            <a:endParaRPr/>
          </a:p>
        </p:txBody>
      </p:sp>
      <p:sp>
        <p:nvSpPr>
          <p:cNvPr id="392" name="Google Shape;392;p60"/>
          <p:cNvSpPr txBox="1">
            <a:spLocks noGrp="1"/>
          </p:cNvSpPr>
          <p:nvPr>
            <p:ph type="subTitle" idx="18"/>
          </p:nvPr>
        </p:nvSpPr>
        <p:spPr>
          <a:xfrm>
            <a:off x="5734700" y="3311175"/>
            <a:ext cx="2362200" cy="474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Closing</a:t>
            </a:r>
            <a:endParaRPr/>
          </a:p>
        </p:txBody>
      </p:sp>
      <p:sp>
        <p:nvSpPr>
          <p:cNvPr id="393" name="Google Shape;393;p60"/>
          <p:cNvSpPr txBox="1">
            <a:spLocks noGrp="1"/>
          </p:cNvSpPr>
          <p:nvPr>
            <p:ph type="body" idx="17"/>
          </p:nvPr>
        </p:nvSpPr>
        <p:spPr>
          <a:xfrm>
            <a:off x="4822781" y="3219091"/>
            <a:ext cx="926100" cy="4740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a:t>06</a:t>
            </a:r>
            <a:endParaRPr/>
          </a:p>
        </p:txBody>
      </p:sp>
      <p:sp>
        <p:nvSpPr>
          <p:cNvPr id="394" name="Google Shape;394;p60"/>
          <p:cNvSpPr txBox="1">
            <a:spLocks noGrp="1"/>
          </p:cNvSpPr>
          <p:nvPr>
            <p:ph type="body" idx="13"/>
          </p:nvPr>
        </p:nvSpPr>
        <p:spPr>
          <a:xfrm>
            <a:off x="6714822" y="2468180"/>
            <a:ext cx="1775700" cy="8430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a:t>Customer insights</a:t>
            </a:r>
            <a:endParaRPr/>
          </a:p>
          <a:p>
            <a:pPr marL="457200" lvl="0" indent="-298450" algn="l" rtl="0">
              <a:spcBef>
                <a:spcPts val="0"/>
              </a:spcBef>
              <a:spcAft>
                <a:spcPts val="0"/>
              </a:spcAft>
              <a:buSzPts val="1100"/>
              <a:buChar char="●"/>
            </a:pPr>
            <a:r>
              <a:rPr lang="en"/>
              <a:t>Product insights</a:t>
            </a:r>
            <a:endParaRPr/>
          </a:p>
          <a:p>
            <a:pPr marL="457200" lvl="0" indent="-298450" algn="l" rtl="0">
              <a:spcBef>
                <a:spcPts val="0"/>
              </a:spcBef>
              <a:spcAft>
                <a:spcPts val="0"/>
              </a:spcAft>
              <a:buSzPts val="1100"/>
              <a:buChar char="●"/>
            </a:pPr>
            <a:r>
              <a:rPr lang="en"/>
              <a:t>Time-Based insights </a:t>
            </a:r>
            <a:endParaRPr/>
          </a:p>
        </p:txBody>
      </p:sp>
      <p:sp>
        <p:nvSpPr>
          <p:cNvPr id="395" name="Google Shape;395;p60"/>
          <p:cNvSpPr txBox="1">
            <a:spLocks noGrp="1"/>
          </p:cNvSpPr>
          <p:nvPr>
            <p:ph type="body" idx="13"/>
          </p:nvPr>
        </p:nvSpPr>
        <p:spPr>
          <a:xfrm>
            <a:off x="6714825" y="1343747"/>
            <a:ext cx="1775700" cy="10527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a:t>Histogram</a:t>
            </a:r>
            <a:endParaRPr/>
          </a:p>
          <a:p>
            <a:pPr marL="457200" lvl="0" indent="-298450" algn="l" rtl="0">
              <a:spcBef>
                <a:spcPts val="0"/>
              </a:spcBef>
              <a:spcAft>
                <a:spcPts val="0"/>
              </a:spcAft>
              <a:buSzPts val="1100"/>
              <a:buChar char="●"/>
            </a:pPr>
            <a:r>
              <a:rPr lang="en"/>
              <a:t>Bar graphs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99"/>
        <p:cNvGrpSpPr/>
        <p:nvPr/>
      </p:nvGrpSpPr>
      <p:grpSpPr>
        <a:xfrm>
          <a:off x="0" y="0"/>
          <a:ext cx="0" cy="0"/>
          <a:chOff x="0" y="0"/>
          <a:chExt cx="0" cy="0"/>
        </a:xfrm>
      </p:grpSpPr>
      <p:sp>
        <p:nvSpPr>
          <p:cNvPr id="400" name="Google Shape;400;p61"/>
          <p:cNvSpPr txBox="1">
            <a:spLocks noGrp="1"/>
          </p:cNvSpPr>
          <p:nvPr>
            <p:ph type="title" idx="2"/>
          </p:nvPr>
        </p:nvSpPr>
        <p:spPr>
          <a:xfrm>
            <a:off x="946200" y="712275"/>
            <a:ext cx="7251600" cy="876600"/>
          </a:xfrm>
          <a:prstGeom prst="rect">
            <a:avLst/>
          </a:prstGeom>
        </p:spPr>
        <p:txBody>
          <a:bodyPr spcFirstLastPara="1" wrap="square" lIns="91425" tIns="91425" rIns="91425" bIns="91425" anchor="t" anchorCtr="0">
            <a:noAutofit/>
          </a:bodyPr>
          <a:lstStyle/>
          <a:p>
            <a:pPr marL="914400" lvl="0" indent="-508000" algn="l" rtl="0">
              <a:spcBef>
                <a:spcPts val="0"/>
              </a:spcBef>
              <a:spcAft>
                <a:spcPts val="0"/>
              </a:spcAft>
              <a:buSzPts val="4400"/>
              <a:buAutoNum type="arabicPeriod"/>
            </a:pPr>
            <a:r>
              <a:rPr lang="en" sz="3800"/>
              <a:t>Problem Definition</a:t>
            </a:r>
            <a:endParaRPr sz="4400"/>
          </a:p>
        </p:txBody>
      </p:sp>
      <p:sp>
        <p:nvSpPr>
          <p:cNvPr id="401" name="Google Shape;401;p61"/>
          <p:cNvSpPr txBox="1"/>
          <p:nvPr/>
        </p:nvSpPr>
        <p:spPr>
          <a:xfrm>
            <a:off x="549175" y="1781475"/>
            <a:ext cx="8090400" cy="2893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600">
                <a:solidFill>
                  <a:schemeClr val="accent4"/>
                </a:solidFill>
                <a:highlight>
                  <a:schemeClr val="lt1"/>
                </a:highlight>
              </a:rPr>
              <a:t>To analyze </a:t>
            </a:r>
            <a:r>
              <a:rPr lang="en" sz="2600" u="sng">
                <a:solidFill>
                  <a:schemeClr val="accent4"/>
                </a:solidFill>
                <a:highlight>
                  <a:schemeClr val="lt1"/>
                </a:highlight>
              </a:rPr>
              <a:t>customer transaction dataset</a:t>
            </a:r>
            <a:r>
              <a:rPr lang="en" sz="2600">
                <a:solidFill>
                  <a:schemeClr val="accent4"/>
                </a:solidFill>
                <a:highlight>
                  <a:schemeClr val="lt1"/>
                </a:highlight>
              </a:rPr>
              <a:t> in order </a:t>
            </a:r>
            <a:r>
              <a:rPr lang="en" sz="2600">
                <a:solidFill>
                  <a:srgbClr val="666666"/>
                </a:solidFill>
              </a:rPr>
              <a:t>to understand purchasing patterns across different demographic groups and product categories</a:t>
            </a:r>
            <a:r>
              <a:rPr lang="en" sz="2600" i="1">
                <a:solidFill>
                  <a:schemeClr val="accent4"/>
                </a:solidFill>
                <a:highlight>
                  <a:schemeClr val="lt1"/>
                </a:highlight>
              </a:rPr>
              <a:t>,</a:t>
            </a:r>
            <a:r>
              <a:rPr lang="en" sz="2600">
                <a:solidFill>
                  <a:schemeClr val="accent4"/>
                </a:solidFill>
                <a:highlight>
                  <a:schemeClr val="lt1"/>
                </a:highlight>
              </a:rPr>
              <a:t> with the goal of </a:t>
            </a:r>
            <a:r>
              <a:rPr lang="en" sz="2600">
                <a:solidFill>
                  <a:schemeClr val="dk2"/>
                </a:solidFill>
                <a:highlight>
                  <a:schemeClr val="lt1"/>
                </a:highlight>
              </a:rPr>
              <a:t>generating insights that can help optimize sales strategies, enhance customer targeting, and improve inventory management</a:t>
            </a:r>
            <a:endParaRPr sz="2100">
              <a:solidFill>
                <a:schemeClr val="dk2"/>
              </a:solidFill>
              <a:highlight>
                <a:schemeClr val="lt1"/>
              </a:highlight>
              <a:latin typeface="Barlow Light"/>
              <a:ea typeface="Barlow Light"/>
              <a:cs typeface="Barlow Light"/>
              <a:sym typeface="Barlow Ligh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05"/>
        <p:cNvGrpSpPr/>
        <p:nvPr/>
      </p:nvGrpSpPr>
      <p:grpSpPr>
        <a:xfrm>
          <a:off x="0" y="0"/>
          <a:ext cx="0" cy="0"/>
          <a:chOff x="0" y="0"/>
          <a:chExt cx="0" cy="0"/>
        </a:xfrm>
      </p:grpSpPr>
      <p:sp>
        <p:nvSpPr>
          <p:cNvPr id="406" name="Google Shape;406;p62"/>
          <p:cNvSpPr txBox="1">
            <a:spLocks noGrp="1"/>
          </p:cNvSpPr>
          <p:nvPr>
            <p:ph type="title" idx="2"/>
          </p:nvPr>
        </p:nvSpPr>
        <p:spPr>
          <a:xfrm>
            <a:off x="281275" y="96050"/>
            <a:ext cx="5652600" cy="939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4500"/>
              <a:t>02. </a:t>
            </a:r>
            <a:r>
              <a:rPr lang="en" sz="3800"/>
              <a:t>Data Collection</a:t>
            </a:r>
            <a:r>
              <a:rPr lang="en" sz="4500"/>
              <a:t> </a:t>
            </a:r>
            <a:endParaRPr sz="4500"/>
          </a:p>
        </p:txBody>
      </p:sp>
      <p:pic>
        <p:nvPicPr>
          <p:cNvPr id="407" name="Google Shape;407;p62"/>
          <p:cNvPicPr preferRelativeResize="0"/>
          <p:nvPr/>
        </p:nvPicPr>
        <p:blipFill>
          <a:blip r:embed="rId3">
            <a:alphaModFix/>
          </a:blip>
          <a:stretch>
            <a:fillRect/>
          </a:stretch>
        </p:blipFill>
        <p:spPr>
          <a:xfrm>
            <a:off x="40525" y="931163"/>
            <a:ext cx="3914775" cy="600075"/>
          </a:xfrm>
          <a:prstGeom prst="rect">
            <a:avLst/>
          </a:prstGeom>
          <a:noFill/>
          <a:ln>
            <a:noFill/>
          </a:ln>
        </p:spPr>
      </p:pic>
      <p:pic>
        <p:nvPicPr>
          <p:cNvPr id="408" name="Google Shape;408;p62"/>
          <p:cNvPicPr preferRelativeResize="0"/>
          <p:nvPr/>
        </p:nvPicPr>
        <p:blipFill>
          <a:blip r:embed="rId4">
            <a:alphaModFix/>
          </a:blip>
          <a:stretch>
            <a:fillRect/>
          </a:stretch>
        </p:blipFill>
        <p:spPr>
          <a:xfrm>
            <a:off x="3323710" y="3162300"/>
            <a:ext cx="5633366" cy="1666875"/>
          </a:xfrm>
          <a:prstGeom prst="rect">
            <a:avLst/>
          </a:prstGeom>
          <a:noFill/>
          <a:ln>
            <a:noFill/>
          </a:ln>
        </p:spPr>
      </p:pic>
      <p:pic>
        <p:nvPicPr>
          <p:cNvPr id="409" name="Google Shape;409;p62"/>
          <p:cNvPicPr preferRelativeResize="0"/>
          <p:nvPr/>
        </p:nvPicPr>
        <p:blipFill>
          <a:blip r:embed="rId5">
            <a:alphaModFix/>
          </a:blip>
          <a:stretch>
            <a:fillRect/>
          </a:stretch>
        </p:blipFill>
        <p:spPr>
          <a:xfrm>
            <a:off x="40525" y="1531238"/>
            <a:ext cx="6134100" cy="16668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13"/>
        <p:cNvGrpSpPr/>
        <p:nvPr/>
      </p:nvGrpSpPr>
      <p:grpSpPr>
        <a:xfrm>
          <a:off x="0" y="0"/>
          <a:ext cx="0" cy="0"/>
          <a:chOff x="0" y="0"/>
          <a:chExt cx="0" cy="0"/>
        </a:xfrm>
      </p:grpSpPr>
      <p:sp>
        <p:nvSpPr>
          <p:cNvPr id="414" name="Google Shape;414;p63"/>
          <p:cNvSpPr txBox="1">
            <a:spLocks noGrp="1"/>
          </p:cNvSpPr>
          <p:nvPr>
            <p:ph type="title"/>
          </p:nvPr>
        </p:nvSpPr>
        <p:spPr>
          <a:xfrm>
            <a:off x="480425" y="781037"/>
            <a:ext cx="2038800" cy="378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Website</a:t>
            </a:r>
            <a:endParaRPr/>
          </a:p>
        </p:txBody>
      </p:sp>
      <p:sp>
        <p:nvSpPr>
          <p:cNvPr id="415" name="Google Shape;415;p63"/>
          <p:cNvSpPr txBox="1">
            <a:spLocks noGrp="1"/>
          </p:cNvSpPr>
          <p:nvPr>
            <p:ph type="title" idx="2"/>
          </p:nvPr>
        </p:nvSpPr>
        <p:spPr>
          <a:xfrm>
            <a:off x="480425" y="1664363"/>
            <a:ext cx="2038800" cy="386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Dataset contains  </a:t>
            </a:r>
            <a:endParaRPr/>
          </a:p>
        </p:txBody>
      </p:sp>
      <p:sp>
        <p:nvSpPr>
          <p:cNvPr id="416" name="Google Shape;416;p63"/>
          <p:cNvSpPr txBox="1">
            <a:spLocks noGrp="1"/>
          </p:cNvSpPr>
          <p:nvPr>
            <p:ph type="title" idx="3"/>
          </p:nvPr>
        </p:nvSpPr>
        <p:spPr>
          <a:xfrm>
            <a:off x="480425" y="2380866"/>
            <a:ext cx="2038800" cy="386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From where such data is usually collected</a:t>
            </a:r>
            <a:endParaRPr/>
          </a:p>
        </p:txBody>
      </p:sp>
      <p:sp>
        <p:nvSpPr>
          <p:cNvPr id="417" name="Google Shape;417;p63"/>
          <p:cNvSpPr txBox="1">
            <a:spLocks noGrp="1"/>
          </p:cNvSpPr>
          <p:nvPr>
            <p:ph type="title" idx="4"/>
          </p:nvPr>
        </p:nvSpPr>
        <p:spPr>
          <a:xfrm>
            <a:off x="536650" y="3408925"/>
            <a:ext cx="2038800" cy="386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Columns</a:t>
            </a:r>
            <a:endParaRPr/>
          </a:p>
        </p:txBody>
      </p:sp>
      <p:sp>
        <p:nvSpPr>
          <p:cNvPr id="418" name="Google Shape;418;p63"/>
          <p:cNvSpPr txBox="1">
            <a:spLocks noGrp="1"/>
          </p:cNvSpPr>
          <p:nvPr>
            <p:ph type="title" idx="4294967295"/>
          </p:nvPr>
        </p:nvSpPr>
        <p:spPr>
          <a:xfrm>
            <a:off x="3278229" y="845600"/>
            <a:ext cx="4810200" cy="703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Clr>
                <a:schemeClr val="lt1"/>
              </a:buClr>
              <a:buSzPts val="1100"/>
              <a:buFont typeface="Barlow Light"/>
              <a:buChar char="●"/>
            </a:pPr>
            <a:r>
              <a:rPr lang="en" sz="1100">
                <a:solidFill>
                  <a:schemeClr val="lt1"/>
                </a:solidFill>
                <a:latin typeface="Barlow Light"/>
                <a:ea typeface="Barlow Light"/>
                <a:cs typeface="Barlow Light"/>
                <a:sym typeface="Barlow Light"/>
              </a:rPr>
              <a:t>https://www.kaggle.com/datasets/mohammadtalib786/retail-sales-dataset</a:t>
            </a:r>
            <a:endParaRPr sz="1100">
              <a:solidFill>
                <a:schemeClr val="lt1"/>
              </a:solidFill>
              <a:latin typeface="Barlow Light"/>
              <a:ea typeface="Barlow Light"/>
              <a:cs typeface="Barlow Light"/>
              <a:sym typeface="Barlow Light"/>
            </a:endParaRPr>
          </a:p>
        </p:txBody>
      </p:sp>
      <p:sp>
        <p:nvSpPr>
          <p:cNvPr id="419" name="Google Shape;419;p63"/>
          <p:cNvSpPr txBox="1">
            <a:spLocks noGrp="1"/>
          </p:cNvSpPr>
          <p:nvPr>
            <p:ph type="title" idx="4294967295"/>
          </p:nvPr>
        </p:nvSpPr>
        <p:spPr>
          <a:xfrm>
            <a:off x="3278225" y="3097350"/>
            <a:ext cx="5078400" cy="13359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Clr>
                <a:schemeClr val="lt1"/>
              </a:buClr>
              <a:buSzPts val="1100"/>
              <a:buFont typeface="Barlow Light"/>
              <a:buChar char="●"/>
            </a:pPr>
            <a:r>
              <a:rPr lang="en" sz="1100" b="1">
                <a:solidFill>
                  <a:schemeClr val="lt1"/>
                </a:solidFill>
                <a:latin typeface="Arial"/>
                <a:ea typeface="Arial"/>
                <a:cs typeface="Arial"/>
                <a:sym typeface="Arial"/>
              </a:rPr>
              <a:t>Transaction ID</a:t>
            </a:r>
            <a:r>
              <a:rPr lang="en" sz="1100">
                <a:solidFill>
                  <a:schemeClr val="lt1"/>
                </a:solidFill>
                <a:latin typeface="Arial"/>
                <a:ea typeface="Arial"/>
                <a:cs typeface="Arial"/>
                <a:sym typeface="Arial"/>
              </a:rPr>
              <a:t> – unique identifier for each purchase</a:t>
            </a:r>
            <a:br>
              <a:rPr lang="en" sz="1100">
                <a:solidFill>
                  <a:schemeClr val="lt1"/>
                </a:solidFill>
                <a:latin typeface="Arial"/>
                <a:ea typeface="Arial"/>
                <a:cs typeface="Arial"/>
                <a:sym typeface="Arial"/>
              </a:rPr>
            </a:br>
            <a:endParaRPr sz="1100">
              <a:solidFill>
                <a:schemeClr val="lt1"/>
              </a:solidFill>
              <a:latin typeface="Arial"/>
              <a:ea typeface="Arial"/>
              <a:cs typeface="Arial"/>
              <a:sym typeface="Arial"/>
            </a:endParaRPr>
          </a:p>
          <a:p>
            <a:pPr marL="457200" lvl="0" indent="-298450" algn="l" rtl="0">
              <a:spcBef>
                <a:spcPts val="0"/>
              </a:spcBef>
              <a:spcAft>
                <a:spcPts val="0"/>
              </a:spcAft>
              <a:buClr>
                <a:schemeClr val="lt1"/>
              </a:buClr>
              <a:buSzPts val="1100"/>
              <a:buFont typeface="Barlow Light"/>
              <a:buChar char="●"/>
            </a:pPr>
            <a:r>
              <a:rPr lang="en" sz="1100" b="1">
                <a:solidFill>
                  <a:schemeClr val="lt1"/>
                </a:solidFill>
                <a:latin typeface="Arial"/>
                <a:ea typeface="Arial"/>
                <a:cs typeface="Arial"/>
                <a:sym typeface="Arial"/>
              </a:rPr>
              <a:t>Date</a:t>
            </a:r>
            <a:r>
              <a:rPr lang="en" sz="1100">
                <a:solidFill>
                  <a:schemeClr val="lt1"/>
                </a:solidFill>
                <a:latin typeface="Arial"/>
                <a:ea typeface="Arial"/>
                <a:cs typeface="Arial"/>
                <a:sym typeface="Arial"/>
              </a:rPr>
              <a:t> – when the transaction occurred</a:t>
            </a:r>
            <a:br>
              <a:rPr lang="en" sz="1100">
                <a:solidFill>
                  <a:schemeClr val="lt1"/>
                </a:solidFill>
                <a:latin typeface="Arial"/>
                <a:ea typeface="Arial"/>
                <a:cs typeface="Arial"/>
                <a:sym typeface="Arial"/>
              </a:rPr>
            </a:br>
            <a:endParaRPr sz="1100">
              <a:solidFill>
                <a:schemeClr val="lt1"/>
              </a:solidFill>
              <a:latin typeface="Arial"/>
              <a:ea typeface="Arial"/>
              <a:cs typeface="Arial"/>
              <a:sym typeface="Arial"/>
            </a:endParaRPr>
          </a:p>
          <a:p>
            <a:pPr marL="457200" lvl="0" indent="-298450" algn="l" rtl="0">
              <a:spcBef>
                <a:spcPts val="0"/>
              </a:spcBef>
              <a:spcAft>
                <a:spcPts val="0"/>
              </a:spcAft>
              <a:buClr>
                <a:schemeClr val="lt1"/>
              </a:buClr>
              <a:buSzPts val="1100"/>
              <a:buFont typeface="Barlow Light"/>
              <a:buChar char="●"/>
            </a:pPr>
            <a:r>
              <a:rPr lang="en" sz="1100" b="1">
                <a:solidFill>
                  <a:schemeClr val="lt1"/>
                </a:solidFill>
                <a:latin typeface="Arial"/>
                <a:ea typeface="Arial"/>
                <a:cs typeface="Arial"/>
                <a:sym typeface="Arial"/>
              </a:rPr>
              <a:t>Customer ID</a:t>
            </a:r>
            <a:r>
              <a:rPr lang="en" sz="1100">
                <a:solidFill>
                  <a:schemeClr val="lt1"/>
                </a:solidFill>
                <a:latin typeface="Arial"/>
                <a:ea typeface="Arial"/>
                <a:cs typeface="Arial"/>
                <a:sym typeface="Arial"/>
              </a:rPr>
              <a:t> – anonymized unique customer identifier</a:t>
            </a:r>
            <a:br>
              <a:rPr lang="en" sz="1100">
                <a:solidFill>
                  <a:schemeClr val="lt1"/>
                </a:solidFill>
                <a:latin typeface="Arial"/>
                <a:ea typeface="Arial"/>
                <a:cs typeface="Arial"/>
                <a:sym typeface="Arial"/>
              </a:rPr>
            </a:br>
            <a:endParaRPr sz="1100">
              <a:solidFill>
                <a:schemeClr val="lt1"/>
              </a:solidFill>
              <a:latin typeface="Arial"/>
              <a:ea typeface="Arial"/>
              <a:cs typeface="Arial"/>
              <a:sym typeface="Arial"/>
            </a:endParaRPr>
          </a:p>
          <a:p>
            <a:pPr marL="457200" lvl="0" indent="-298450" algn="l" rtl="0">
              <a:spcBef>
                <a:spcPts val="0"/>
              </a:spcBef>
              <a:spcAft>
                <a:spcPts val="0"/>
              </a:spcAft>
              <a:buClr>
                <a:schemeClr val="lt1"/>
              </a:buClr>
              <a:buSzPts val="1100"/>
              <a:buFont typeface="Barlow Light"/>
              <a:buChar char="●"/>
            </a:pPr>
            <a:r>
              <a:rPr lang="en" sz="1100" b="1">
                <a:solidFill>
                  <a:schemeClr val="lt1"/>
                </a:solidFill>
                <a:latin typeface="Arial"/>
                <a:ea typeface="Arial"/>
                <a:cs typeface="Arial"/>
                <a:sym typeface="Arial"/>
              </a:rPr>
              <a:t>Gender</a:t>
            </a:r>
            <a:r>
              <a:rPr lang="en" sz="1100">
                <a:solidFill>
                  <a:schemeClr val="lt1"/>
                </a:solidFill>
                <a:latin typeface="Arial"/>
                <a:ea typeface="Arial"/>
                <a:cs typeface="Arial"/>
                <a:sym typeface="Arial"/>
              </a:rPr>
              <a:t> and </a:t>
            </a:r>
            <a:r>
              <a:rPr lang="en" sz="1100" b="1">
                <a:solidFill>
                  <a:schemeClr val="lt1"/>
                </a:solidFill>
                <a:latin typeface="Arial"/>
                <a:ea typeface="Arial"/>
                <a:cs typeface="Arial"/>
                <a:sym typeface="Arial"/>
              </a:rPr>
              <a:t>Age</a:t>
            </a:r>
            <a:r>
              <a:rPr lang="en" sz="1100">
                <a:solidFill>
                  <a:schemeClr val="lt1"/>
                </a:solidFill>
                <a:latin typeface="Arial"/>
                <a:ea typeface="Arial"/>
                <a:cs typeface="Arial"/>
                <a:sym typeface="Arial"/>
              </a:rPr>
              <a:t> – basic demographic information</a:t>
            </a:r>
            <a:br>
              <a:rPr lang="en" sz="1100">
                <a:solidFill>
                  <a:schemeClr val="lt1"/>
                </a:solidFill>
                <a:latin typeface="Arial"/>
                <a:ea typeface="Arial"/>
                <a:cs typeface="Arial"/>
                <a:sym typeface="Arial"/>
              </a:rPr>
            </a:br>
            <a:endParaRPr sz="1100">
              <a:solidFill>
                <a:schemeClr val="lt1"/>
              </a:solidFill>
              <a:latin typeface="Arial"/>
              <a:ea typeface="Arial"/>
              <a:cs typeface="Arial"/>
              <a:sym typeface="Arial"/>
            </a:endParaRPr>
          </a:p>
          <a:p>
            <a:pPr marL="457200" lvl="0" indent="-298450" algn="l" rtl="0">
              <a:spcBef>
                <a:spcPts val="0"/>
              </a:spcBef>
              <a:spcAft>
                <a:spcPts val="0"/>
              </a:spcAft>
              <a:buClr>
                <a:schemeClr val="lt1"/>
              </a:buClr>
              <a:buSzPts val="1100"/>
              <a:buFont typeface="Barlow Light"/>
              <a:buChar char="●"/>
            </a:pPr>
            <a:r>
              <a:rPr lang="en" sz="1100" b="1">
                <a:solidFill>
                  <a:schemeClr val="lt1"/>
                </a:solidFill>
                <a:latin typeface="Arial"/>
                <a:ea typeface="Arial"/>
                <a:cs typeface="Arial"/>
                <a:sym typeface="Arial"/>
              </a:rPr>
              <a:t>Product Category</a:t>
            </a:r>
            <a:r>
              <a:rPr lang="en" sz="1100">
                <a:solidFill>
                  <a:schemeClr val="lt1"/>
                </a:solidFill>
                <a:latin typeface="Arial"/>
                <a:ea typeface="Arial"/>
                <a:cs typeface="Arial"/>
                <a:sym typeface="Arial"/>
              </a:rPr>
              <a:t> – type of item purchased (e.g., Electronics, Beauty)</a:t>
            </a:r>
            <a:br>
              <a:rPr lang="en" sz="1100">
                <a:solidFill>
                  <a:schemeClr val="lt1"/>
                </a:solidFill>
                <a:latin typeface="Arial"/>
                <a:ea typeface="Arial"/>
                <a:cs typeface="Arial"/>
                <a:sym typeface="Arial"/>
              </a:rPr>
            </a:br>
            <a:endParaRPr sz="1100">
              <a:solidFill>
                <a:schemeClr val="lt1"/>
              </a:solidFill>
              <a:latin typeface="Arial"/>
              <a:ea typeface="Arial"/>
              <a:cs typeface="Arial"/>
              <a:sym typeface="Arial"/>
            </a:endParaRPr>
          </a:p>
          <a:p>
            <a:pPr marL="457200" lvl="0" indent="-298450" algn="l" rtl="0">
              <a:spcBef>
                <a:spcPts val="0"/>
              </a:spcBef>
              <a:spcAft>
                <a:spcPts val="0"/>
              </a:spcAft>
              <a:buClr>
                <a:schemeClr val="lt1"/>
              </a:buClr>
              <a:buSzPts val="1100"/>
              <a:buFont typeface="Barlow Light"/>
              <a:buChar char="●"/>
            </a:pPr>
            <a:r>
              <a:rPr lang="en" sz="1100" b="1">
                <a:solidFill>
                  <a:schemeClr val="lt1"/>
                </a:solidFill>
                <a:latin typeface="Arial"/>
                <a:ea typeface="Arial"/>
                <a:cs typeface="Arial"/>
                <a:sym typeface="Arial"/>
              </a:rPr>
              <a:t>Quantity</a:t>
            </a:r>
            <a:r>
              <a:rPr lang="en" sz="1100">
                <a:solidFill>
                  <a:schemeClr val="lt1"/>
                </a:solidFill>
                <a:latin typeface="Arial"/>
                <a:ea typeface="Arial"/>
                <a:cs typeface="Arial"/>
                <a:sym typeface="Arial"/>
              </a:rPr>
              <a:t>, </a:t>
            </a:r>
            <a:r>
              <a:rPr lang="en" sz="1100" b="1">
                <a:solidFill>
                  <a:schemeClr val="lt1"/>
                </a:solidFill>
                <a:latin typeface="Arial"/>
                <a:ea typeface="Arial"/>
                <a:cs typeface="Arial"/>
                <a:sym typeface="Arial"/>
              </a:rPr>
              <a:t>Price per Unit</a:t>
            </a:r>
            <a:r>
              <a:rPr lang="en" sz="1100">
                <a:solidFill>
                  <a:schemeClr val="lt1"/>
                </a:solidFill>
                <a:latin typeface="Arial"/>
                <a:ea typeface="Arial"/>
                <a:cs typeface="Arial"/>
                <a:sym typeface="Arial"/>
              </a:rPr>
              <a:t>, and </a:t>
            </a:r>
            <a:r>
              <a:rPr lang="en" sz="1100" b="1">
                <a:solidFill>
                  <a:schemeClr val="lt1"/>
                </a:solidFill>
                <a:latin typeface="Arial"/>
                <a:ea typeface="Arial"/>
                <a:cs typeface="Arial"/>
                <a:sym typeface="Arial"/>
              </a:rPr>
              <a:t>Total Amount</a:t>
            </a:r>
            <a:r>
              <a:rPr lang="en" sz="1100">
                <a:solidFill>
                  <a:schemeClr val="lt1"/>
                </a:solidFill>
                <a:latin typeface="Arial"/>
                <a:ea typeface="Arial"/>
                <a:cs typeface="Arial"/>
                <a:sym typeface="Arial"/>
              </a:rPr>
              <a:t> – purchase details</a:t>
            </a:r>
            <a:endParaRPr sz="1100">
              <a:solidFill>
                <a:schemeClr val="lt1"/>
              </a:solidFill>
              <a:latin typeface="Barlow Light"/>
              <a:ea typeface="Barlow Light"/>
              <a:cs typeface="Barlow Light"/>
              <a:sym typeface="Barlow Light"/>
            </a:endParaRPr>
          </a:p>
        </p:txBody>
      </p:sp>
      <p:sp>
        <p:nvSpPr>
          <p:cNvPr id="420" name="Google Shape;420;p63"/>
          <p:cNvSpPr txBox="1">
            <a:spLocks noGrp="1"/>
          </p:cNvSpPr>
          <p:nvPr>
            <p:ph type="title" idx="4294967295"/>
          </p:nvPr>
        </p:nvSpPr>
        <p:spPr>
          <a:xfrm>
            <a:off x="3278225" y="2325012"/>
            <a:ext cx="4810200" cy="703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Clr>
                <a:schemeClr val="lt1"/>
              </a:buClr>
              <a:buSzPts val="1100"/>
              <a:buFont typeface="Barlow Light"/>
              <a:buChar char="●"/>
            </a:pPr>
            <a:r>
              <a:rPr lang="en" sz="1100">
                <a:solidFill>
                  <a:schemeClr val="lt1"/>
                </a:solidFill>
                <a:latin typeface="Arial"/>
                <a:ea typeface="Arial"/>
                <a:cs typeface="Arial"/>
                <a:sym typeface="Arial"/>
              </a:rPr>
              <a:t>The dataset was collected from a </a:t>
            </a:r>
            <a:r>
              <a:rPr lang="en" sz="1100" b="1">
                <a:solidFill>
                  <a:schemeClr val="lt1"/>
                </a:solidFill>
                <a:latin typeface="Arial"/>
                <a:ea typeface="Arial"/>
                <a:cs typeface="Arial"/>
                <a:sym typeface="Arial"/>
              </a:rPr>
              <a:t>retail store's point-of-sale (POS) system</a:t>
            </a:r>
            <a:r>
              <a:rPr lang="en" sz="1100">
                <a:solidFill>
                  <a:schemeClr val="lt1"/>
                </a:solidFill>
                <a:latin typeface="Arial"/>
                <a:ea typeface="Arial"/>
                <a:cs typeface="Arial"/>
                <a:sym typeface="Arial"/>
              </a:rPr>
              <a:t>, capturing real-time transaction data</a:t>
            </a:r>
            <a:endParaRPr sz="1100">
              <a:solidFill>
                <a:schemeClr val="lt1"/>
              </a:solidFill>
              <a:latin typeface="Barlow Light"/>
              <a:ea typeface="Barlow Light"/>
              <a:cs typeface="Barlow Light"/>
              <a:sym typeface="Barlow Light"/>
            </a:endParaRPr>
          </a:p>
        </p:txBody>
      </p:sp>
      <p:cxnSp>
        <p:nvCxnSpPr>
          <p:cNvPr id="421" name="Google Shape;421;p63"/>
          <p:cNvCxnSpPr/>
          <p:nvPr/>
        </p:nvCxnSpPr>
        <p:spPr>
          <a:xfrm>
            <a:off x="480425" y="1549397"/>
            <a:ext cx="7455600" cy="0"/>
          </a:xfrm>
          <a:prstGeom prst="straightConnector1">
            <a:avLst/>
          </a:prstGeom>
          <a:noFill/>
          <a:ln w="9525" cap="flat" cmpd="sng">
            <a:solidFill>
              <a:schemeClr val="dk2"/>
            </a:solidFill>
            <a:prstDash val="solid"/>
            <a:round/>
            <a:headEnd type="none" w="med" len="med"/>
            <a:tailEnd type="none" w="med" len="med"/>
          </a:ln>
        </p:spPr>
      </p:cxnSp>
      <p:cxnSp>
        <p:nvCxnSpPr>
          <p:cNvPr id="422" name="Google Shape;422;p63"/>
          <p:cNvCxnSpPr/>
          <p:nvPr/>
        </p:nvCxnSpPr>
        <p:spPr>
          <a:xfrm>
            <a:off x="480425" y="2256473"/>
            <a:ext cx="7455600" cy="0"/>
          </a:xfrm>
          <a:prstGeom prst="straightConnector1">
            <a:avLst/>
          </a:prstGeom>
          <a:noFill/>
          <a:ln w="9525" cap="flat" cmpd="sng">
            <a:solidFill>
              <a:schemeClr val="dk2"/>
            </a:solidFill>
            <a:prstDash val="solid"/>
            <a:round/>
            <a:headEnd type="none" w="med" len="med"/>
            <a:tailEnd type="none" w="med" len="med"/>
          </a:ln>
        </p:spPr>
      </p:cxnSp>
      <p:cxnSp>
        <p:nvCxnSpPr>
          <p:cNvPr id="423" name="Google Shape;423;p63"/>
          <p:cNvCxnSpPr/>
          <p:nvPr/>
        </p:nvCxnSpPr>
        <p:spPr>
          <a:xfrm>
            <a:off x="536650" y="3097353"/>
            <a:ext cx="7455600" cy="0"/>
          </a:xfrm>
          <a:prstGeom prst="straightConnector1">
            <a:avLst/>
          </a:prstGeom>
          <a:noFill/>
          <a:ln w="9525" cap="flat" cmpd="sng">
            <a:solidFill>
              <a:schemeClr val="dk2"/>
            </a:solidFill>
            <a:prstDash val="solid"/>
            <a:round/>
            <a:headEnd type="none" w="med" len="med"/>
            <a:tailEnd type="none" w="med" len="med"/>
          </a:ln>
        </p:spPr>
      </p:cxnSp>
      <p:cxnSp>
        <p:nvCxnSpPr>
          <p:cNvPr id="424" name="Google Shape;424;p63"/>
          <p:cNvCxnSpPr/>
          <p:nvPr/>
        </p:nvCxnSpPr>
        <p:spPr>
          <a:xfrm>
            <a:off x="536650" y="5143500"/>
            <a:ext cx="7455600" cy="0"/>
          </a:xfrm>
          <a:prstGeom prst="straightConnector1">
            <a:avLst/>
          </a:prstGeom>
          <a:noFill/>
          <a:ln w="9525" cap="flat" cmpd="sng">
            <a:solidFill>
              <a:schemeClr val="dk2"/>
            </a:solidFill>
            <a:prstDash val="solid"/>
            <a:round/>
            <a:headEnd type="none" w="med" len="med"/>
            <a:tailEnd type="none" w="med" len="med"/>
          </a:ln>
        </p:spPr>
      </p:cxnSp>
      <p:sp>
        <p:nvSpPr>
          <p:cNvPr id="425" name="Google Shape;425;p63"/>
          <p:cNvSpPr txBox="1">
            <a:spLocks noGrp="1"/>
          </p:cNvSpPr>
          <p:nvPr>
            <p:ph type="subTitle" idx="1"/>
          </p:nvPr>
        </p:nvSpPr>
        <p:spPr>
          <a:xfrm>
            <a:off x="480420" y="274401"/>
            <a:ext cx="3592200" cy="337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900">
                <a:solidFill>
                  <a:srgbClr val="666666"/>
                </a:solidFill>
              </a:rPr>
              <a:t>Data Collection</a:t>
            </a:r>
            <a:r>
              <a:rPr lang="en">
                <a:solidFill>
                  <a:srgbClr val="666666"/>
                </a:solidFill>
              </a:rPr>
              <a:t> </a:t>
            </a:r>
            <a:endParaRPr>
              <a:solidFill>
                <a:srgbClr val="666666"/>
              </a:solidFill>
            </a:endParaRPr>
          </a:p>
        </p:txBody>
      </p:sp>
      <p:sp>
        <p:nvSpPr>
          <p:cNvPr id="426" name="Google Shape;426;p63"/>
          <p:cNvSpPr txBox="1">
            <a:spLocks noGrp="1"/>
          </p:cNvSpPr>
          <p:nvPr>
            <p:ph type="sldNum" idx="12"/>
          </p:nvPr>
        </p:nvSpPr>
        <p:spPr>
          <a:xfrm>
            <a:off x="8490529" y="250829"/>
            <a:ext cx="348900" cy="1782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5</a:t>
            </a:fld>
            <a:endParaRPr/>
          </a:p>
        </p:txBody>
      </p:sp>
      <p:cxnSp>
        <p:nvCxnSpPr>
          <p:cNvPr id="427" name="Google Shape;427;p63"/>
          <p:cNvCxnSpPr/>
          <p:nvPr/>
        </p:nvCxnSpPr>
        <p:spPr>
          <a:xfrm>
            <a:off x="536650" y="789850"/>
            <a:ext cx="7455600" cy="0"/>
          </a:xfrm>
          <a:prstGeom prst="straightConnector1">
            <a:avLst/>
          </a:prstGeom>
          <a:noFill/>
          <a:ln w="9525" cap="flat" cmpd="sng">
            <a:solidFill>
              <a:schemeClr val="dk2"/>
            </a:solidFill>
            <a:prstDash val="solid"/>
            <a:round/>
            <a:headEnd type="none" w="med" len="med"/>
            <a:tailEnd type="none" w="med" len="med"/>
          </a:ln>
        </p:spPr>
      </p:cxnSp>
      <p:sp>
        <p:nvSpPr>
          <p:cNvPr id="428" name="Google Shape;428;p63"/>
          <p:cNvSpPr txBox="1"/>
          <p:nvPr/>
        </p:nvSpPr>
        <p:spPr>
          <a:xfrm>
            <a:off x="3278225" y="1648388"/>
            <a:ext cx="4657800" cy="509100"/>
          </a:xfrm>
          <a:prstGeom prst="rect">
            <a:avLst/>
          </a:prstGeom>
          <a:noFill/>
          <a:ln>
            <a:noFill/>
          </a:ln>
        </p:spPr>
        <p:txBody>
          <a:bodyPr spcFirstLastPara="1" wrap="square" lIns="91425" tIns="91425" rIns="91425" bIns="91425" anchor="t" anchorCtr="0">
            <a:noAutofit/>
          </a:bodyPr>
          <a:lstStyle/>
          <a:p>
            <a:pPr marL="457200" lvl="0" indent="-298450" algn="l" rtl="0">
              <a:spcBef>
                <a:spcPts val="0"/>
              </a:spcBef>
              <a:spcAft>
                <a:spcPts val="0"/>
              </a:spcAft>
              <a:buClr>
                <a:schemeClr val="lt1"/>
              </a:buClr>
              <a:buSzPts val="1100"/>
              <a:buChar char="●"/>
            </a:pPr>
            <a:r>
              <a:rPr lang="en" sz="1100">
                <a:solidFill>
                  <a:schemeClr val="lt1"/>
                </a:solidFill>
              </a:rPr>
              <a:t>It consists of </a:t>
            </a:r>
            <a:r>
              <a:rPr lang="en" sz="1100" b="1">
                <a:solidFill>
                  <a:schemeClr val="lt1"/>
                </a:solidFill>
              </a:rPr>
              <a:t>1,000 customer transactions</a:t>
            </a:r>
            <a:r>
              <a:rPr lang="en" sz="1100">
                <a:solidFill>
                  <a:schemeClr val="lt1"/>
                </a:solidFill>
              </a:rPr>
              <a:t>, covering a variety of product categories and customer profiles</a:t>
            </a:r>
            <a:endParaRPr sz="1500">
              <a:solidFill>
                <a:schemeClr val="lt1"/>
              </a:solidFill>
              <a:latin typeface="Barlow Light"/>
              <a:ea typeface="Barlow Light"/>
              <a:cs typeface="Barlow Light"/>
              <a:sym typeface="Barlow Light"/>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32"/>
        <p:cNvGrpSpPr/>
        <p:nvPr/>
      </p:nvGrpSpPr>
      <p:grpSpPr>
        <a:xfrm>
          <a:off x="0" y="0"/>
          <a:ext cx="0" cy="0"/>
          <a:chOff x="0" y="0"/>
          <a:chExt cx="0" cy="0"/>
        </a:xfrm>
      </p:grpSpPr>
      <p:sp>
        <p:nvSpPr>
          <p:cNvPr id="433" name="Google Shape;433;p64"/>
          <p:cNvSpPr txBox="1">
            <a:spLocks noGrp="1"/>
          </p:cNvSpPr>
          <p:nvPr>
            <p:ph type="title" idx="2"/>
          </p:nvPr>
        </p:nvSpPr>
        <p:spPr>
          <a:xfrm>
            <a:off x="523125" y="80375"/>
            <a:ext cx="7749300" cy="777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4500"/>
              <a:t>03</a:t>
            </a:r>
            <a:r>
              <a:rPr lang="en" sz="3800"/>
              <a:t>. Data Cleaning </a:t>
            </a:r>
            <a:r>
              <a:rPr lang="en" sz="4500"/>
              <a:t> </a:t>
            </a:r>
            <a:endParaRPr sz="4500"/>
          </a:p>
        </p:txBody>
      </p:sp>
      <p:sp>
        <p:nvSpPr>
          <p:cNvPr id="434" name="Google Shape;434;p64"/>
          <p:cNvSpPr txBox="1"/>
          <p:nvPr/>
        </p:nvSpPr>
        <p:spPr>
          <a:xfrm>
            <a:off x="453150" y="924350"/>
            <a:ext cx="8237700" cy="3683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lt1"/>
              </a:buClr>
              <a:buSzPts val="1100"/>
              <a:buFont typeface="Arial"/>
              <a:buNone/>
            </a:pPr>
            <a:r>
              <a:rPr lang="en" sz="1300">
                <a:solidFill>
                  <a:schemeClr val="dk1"/>
                </a:solidFill>
              </a:rPr>
              <a:t>✅ </a:t>
            </a:r>
            <a:r>
              <a:rPr lang="en" sz="1300" b="1">
                <a:solidFill>
                  <a:schemeClr val="dk1"/>
                </a:solidFill>
              </a:rPr>
              <a:t> missing values</a:t>
            </a:r>
            <a:r>
              <a:rPr lang="en" sz="1300">
                <a:solidFill>
                  <a:schemeClr val="dk1"/>
                </a:solidFill>
              </a:rPr>
              <a:t> found —  There were missing values in columns like age , quantity, total amount </a:t>
            </a:r>
            <a:endParaRPr sz="1300">
              <a:solidFill>
                <a:schemeClr val="dk1"/>
              </a:solidFill>
            </a:endParaRPr>
          </a:p>
          <a:p>
            <a:pPr marL="0" lvl="0" indent="0" algn="l" rtl="0">
              <a:spcBef>
                <a:spcPts val="0"/>
              </a:spcBef>
              <a:spcAft>
                <a:spcPts val="0"/>
              </a:spcAft>
              <a:buClr>
                <a:schemeClr val="lt1"/>
              </a:buClr>
              <a:buSzPts val="1100"/>
              <a:buFont typeface="Arial"/>
              <a:buNone/>
            </a:pPr>
            <a:br>
              <a:rPr lang="en" sz="1300">
                <a:solidFill>
                  <a:schemeClr val="dk1"/>
                </a:solidFill>
              </a:rPr>
            </a:br>
            <a:endParaRPr sz="1300">
              <a:solidFill>
                <a:schemeClr val="dk1"/>
              </a:solidFill>
            </a:endParaRPr>
          </a:p>
          <a:p>
            <a:pPr marL="0" lvl="0" indent="0" algn="l" rtl="0">
              <a:spcBef>
                <a:spcPts val="0"/>
              </a:spcBef>
              <a:spcAft>
                <a:spcPts val="0"/>
              </a:spcAft>
              <a:buClr>
                <a:schemeClr val="lt1"/>
              </a:buClr>
              <a:buSzPts val="1100"/>
              <a:buFont typeface="Arial"/>
              <a:buNone/>
            </a:pPr>
            <a:r>
              <a:rPr lang="en" sz="1300">
                <a:solidFill>
                  <a:schemeClr val="dk1"/>
                </a:solidFill>
              </a:rPr>
              <a:t>🗓️ </a:t>
            </a:r>
            <a:r>
              <a:rPr lang="en" sz="1300" b="1">
                <a:solidFill>
                  <a:schemeClr val="dk1"/>
                </a:solidFill>
              </a:rPr>
              <a:t>Converted ‘Date’ column</a:t>
            </a:r>
            <a:r>
              <a:rPr lang="en" sz="1300">
                <a:solidFill>
                  <a:schemeClr val="dk1"/>
                </a:solidFill>
              </a:rPr>
              <a:t> from string to datetime format for time-based analysis.</a:t>
            </a:r>
            <a:br>
              <a:rPr lang="en" sz="1300">
                <a:solidFill>
                  <a:schemeClr val="dk1"/>
                </a:solidFill>
              </a:rPr>
            </a:br>
            <a:endParaRPr sz="1300">
              <a:solidFill>
                <a:schemeClr val="dk1"/>
              </a:solidFill>
            </a:endParaRPr>
          </a:p>
          <a:p>
            <a:pPr marL="0" lvl="0" indent="0" algn="l" rtl="0">
              <a:spcBef>
                <a:spcPts val="0"/>
              </a:spcBef>
              <a:spcAft>
                <a:spcPts val="0"/>
              </a:spcAft>
              <a:buClr>
                <a:schemeClr val="lt1"/>
              </a:buClr>
              <a:buSzPts val="1100"/>
              <a:buFont typeface="Arial"/>
              <a:buNone/>
            </a:pPr>
            <a:endParaRPr sz="1300">
              <a:solidFill>
                <a:schemeClr val="dk1"/>
              </a:solidFill>
            </a:endParaRPr>
          </a:p>
          <a:p>
            <a:pPr marL="0" lvl="0" indent="0" algn="l" rtl="0">
              <a:spcBef>
                <a:spcPts val="0"/>
              </a:spcBef>
              <a:spcAft>
                <a:spcPts val="0"/>
              </a:spcAft>
              <a:buClr>
                <a:schemeClr val="lt1"/>
              </a:buClr>
              <a:buSzPts val="1100"/>
              <a:buFont typeface="Arial"/>
              <a:buNone/>
            </a:pPr>
            <a:r>
              <a:rPr lang="en" sz="1300">
                <a:solidFill>
                  <a:schemeClr val="dk1"/>
                </a:solidFill>
              </a:rPr>
              <a:t>📊 Ensured correct data types:</a:t>
            </a:r>
            <a:endParaRPr sz="1300">
              <a:solidFill>
                <a:schemeClr val="dk1"/>
              </a:solidFill>
            </a:endParaRPr>
          </a:p>
          <a:p>
            <a:pPr marL="457200" lvl="0" indent="-311150" algn="l" rtl="0">
              <a:lnSpc>
                <a:spcPct val="115000"/>
              </a:lnSpc>
              <a:spcBef>
                <a:spcPts val="1200"/>
              </a:spcBef>
              <a:spcAft>
                <a:spcPts val="0"/>
              </a:spcAft>
              <a:buClr>
                <a:schemeClr val="dk1"/>
              </a:buClr>
              <a:buSzPts val="1300"/>
              <a:buChar char="●"/>
            </a:pPr>
            <a:r>
              <a:rPr lang="en" sz="1300">
                <a:solidFill>
                  <a:schemeClr val="dk1"/>
                </a:solidFill>
              </a:rPr>
              <a:t>Numerical: Quantity, Price per Unit, Total Amount, Age</a:t>
            </a:r>
            <a:br>
              <a:rPr lang="en" sz="1300">
                <a:solidFill>
                  <a:schemeClr val="dk1"/>
                </a:solidFill>
              </a:rPr>
            </a:br>
            <a:endParaRPr sz="1300">
              <a:solidFill>
                <a:schemeClr val="dk1"/>
              </a:solidFill>
            </a:endParaRPr>
          </a:p>
          <a:p>
            <a:pPr marL="457200" lvl="0" indent="-311150" algn="l" rtl="0">
              <a:lnSpc>
                <a:spcPct val="115000"/>
              </a:lnSpc>
              <a:spcBef>
                <a:spcPts val="0"/>
              </a:spcBef>
              <a:spcAft>
                <a:spcPts val="0"/>
              </a:spcAft>
              <a:buClr>
                <a:schemeClr val="dk1"/>
              </a:buClr>
              <a:buSzPts val="1300"/>
              <a:buChar char="●"/>
            </a:pPr>
            <a:r>
              <a:rPr lang="en" sz="1300">
                <a:solidFill>
                  <a:schemeClr val="dk1"/>
                </a:solidFill>
              </a:rPr>
              <a:t>Categorical: Product Category, Gender</a:t>
            </a:r>
            <a:br>
              <a:rPr lang="en" sz="1300">
                <a:solidFill>
                  <a:schemeClr val="dk1"/>
                </a:solidFill>
              </a:rPr>
            </a:br>
            <a:endParaRPr sz="1300">
              <a:solidFill>
                <a:schemeClr val="dk1"/>
              </a:solidFill>
            </a:endParaRPr>
          </a:p>
          <a:p>
            <a:pPr marL="457200" lvl="0" indent="-311150" algn="l" rtl="0">
              <a:lnSpc>
                <a:spcPct val="115000"/>
              </a:lnSpc>
              <a:spcBef>
                <a:spcPts val="0"/>
              </a:spcBef>
              <a:spcAft>
                <a:spcPts val="0"/>
              </a:spcAft>
              <a:buClr>
                <a:schemeClr val="dk1"/>
              </a:buClr>
              <a:buSzPts val="1300"/>
              <a:buChar char="●"/>
            </a:pPr>
            <a:r>
              <a:rPr lang="en" sz="1300">
                <a:solidFill>
                  <a:schemeClr val="dk1"/>
                </a:solidFill>
              </a:rPr>
              <a:t>Date: Transaction Date</a:t>
            </a:r>
            <a:endParaRPr sz="1300">
              <a:solidFill>
                <a:schemeClr val="dk1"/>
              </a:solidFill>
            </a:endParaRPr>
          </a:p>
          <a:p>
            <a:pPr marL="0" lvl="0" indent="0" algn="l" rtl="0">
              <a:spcBef>
                <a:spcPts val="1200"/>
              </a:spcBef>
              <a:spcAft>
                <a:spcPts val="0"/>
              </a:spcAft>
              <a:buNone/>
            </a:pPr>
            <a:endParaRPr sz="1500">
              <a:solidFill>
                <a:schemeClr val="dk1"/>
              </a:solidFill>
              <a:latin typeface="Barlow Light"/>
              <a:ea typeface="Barlow Light"/>
              <a:cs typeface="Barlow Light"/>
              <a:sym typeface="Barlow Light"/>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38"/>
        <p:cNvGrpSpPr/>
        <p:nvPr/>
      </p:nvGrpSpPr>
      <p:grpSpPr>
        <a:xfrm>
          <a:off x="0" y="0"/>
          <a:ext cx="0" cy="0"/>
          <a:chOff x="0" y="0"/>
          <a:chExt cx="0" cy="0"/>
        </a:xfrm>
      </p:grpSpPr>
      <p:sp>
        <p:nvSpPr>
          <p:cNvPr id="439" name="Google Shape;439;p65"/>
          <p:cNvSpPr txBox="1">
            <a:spLocks noGrp="1"/>
          </p:cNvSpPr>
          <p:nvPr>
            <p:ph type="subTitle" idx="1"/>
          </p:nvPr>
        </p:nvSpPr>
        <p:spPr>
          <a:xfrm>
            <a:off x="480420" y="186501"/>
            <a:ext cx="3592200" cy="337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Why to use ?</a:t>
            </a:r>
            <a:endParaRPr/>
          </a:p>
        </p:txBody>
      </p:sp>
      <p:sp>
        <p:nvSpPr>
          <p:cNvPr id="440" name="Google Shape;440;p65"/>
          <p:cNvSpPr txBox="1">
            <a:spLocks noGrp="1"/>
          </p:cNvSpPr>
          <p:nvPr>
            <p:ph type="body" idx="2"/>
          </p:nvPr>
        </p:nvSpPr>
        <p:spPr>
          <a:xfrm>
            <a:off x="480425" y="555750"/>
            <a:ext cx="4878300" cy="600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Arial"/>
                <a:ea typeface="Arial"/>
                <a:cs typeface="Arial"/>
                <a:sym typeface="Arial"/>
              </a:rPr>
              <a:t>Data cleaning is the process of fixing or removing incorrect, corrupted, incorrectly formatted, duplicate, or incomplete data within a dataset.</a:t>
            </a:r>
            <a:endParaRPr sz="700"/>
          </a:p>
        </p:txBody>
      </p:sp>
      <p:sp>
        <p:nvSpPr>
          <p:cNvPr id="441" name="Google Shape;441;p65"/>
          <p:cNvSpPr txBox="1"/>
          <p:nvPr/>
        </p:nvSpPr>
        <p:spPr>
          <a:xfrm>
            <a:off x="5243075" y="1911125"/>
            <a:ext cx="3273900" cy="178200"/>
          </a:xfrm>
          <a:prstGeom prst="rect">
            <a:avLst/>
          </a:prstGeom>
          <a:noFill/>
          <a:ln>
            <a:noFill/>
          </a:ln>
        </p:spPr>
        <p:txBody>
          <a:bodyPr spcFirstLastPara="1" wrap="square" lIns="0" tIns="0" rIns="182850" bIns="182850" anchor="t" anchorCtr="0">
            <a:noAutofit/>
          </a:bodyPr>
          <a:lstStyle/>
          <a:p>
            <a:pPr marL="0" lvl="0" indent="0" algn="l" rtl="0">
              <a:lnSpc>
                <a:spcPct val="115000"/>
              </a:lnSpc>
              <a:spcBef>
                <a:spcPts val="0"/>
              </a:spcBef>
              <a:spcAft>
                <a:spcPts val="0"/>
              </a:spcAft>
              <a:buNone/>
            </a:pPr>
            <a:endParaRPr sz="1100">
              <a:solidFill>
                <a:schemeClr val="lt1"/>
              </a:solidFill>
              <a:latin typeface="Barlow Light"/>
              <a:ea typeface="Barlow Light"/>
              <a:cs typeface="Barlow Light"/>
              <a:sym typeface="Barlow Light"/>
            </a:endParaRPr>
          </a:p>
          <a:p>
            <a:pPr marL="0" lvl="0" indent="0" algn="l" rtl="0">
              <a:lnSpc>
                <a:spcPct val="115000"/>
              </a:lnSpc>
              <a:spcBef>
                <a:spcPts val="2400"/>
              </a:spcBef>
              <a:spcAft>
                <a:spcPts val="0"/>
              </a:spcAft>
              <a:buNone/>
            </a:pPr>
            <a:endParaRPr sz="1100">
              <a:solidFill>
                <a:schemeClr val="lt1"/>
              </a:solidFill>
              <a:latin typeface="Barlow Light"/>
              <a:ea typeface="Barlow Light"/>
              <a:cs typeface="Barlow Light"/>
              <a:sym typeface="Barlow Light"/>
            </a:endParaRPr>
          </a:p>
          <a:p>
            <a:pPr marL="0" lvl="0" indent="0" algn="l" rtl="0">
              <a:lnSpc>
                <a:spcPct val="115000"/>
              </a:lnSpc>
              <a:spcBef>
                <a:spcPts val="2400"/>
              </a:spcBef>
              <a:spcAft>
                <a:spcPts val="2400"/>
              </a:spcAft>
              <a:buNone/>
            </a:pPr>
            <a:endParaRPr sz="1100">
              <a:solidFill>
                <a:schemeClr val="lt1"/>
              </a:solidFill>
              <a:latin typeface="Barlow Light"/>
              <a:ea typeface="Barlow Light"/>
              <a:cs typeface="Barlow Light"/>
              <a:sym typeface="Barlow Light"/>
            </a:endParaRPr>
          </a:p>
        </p:txBody>
      </p:sp>
      <p:sp>
        <p:nvSpPr>
          <p:cNvPr id="442" name="Google Shape;442;p65"/>
          <p:cNvSpPr txBox="1"/>
          <p:nvPr/>
        </p:nvSpPr>
        <p:spPr>
          <a:xfrm>
            <a:off x="5279375" y="3830075"/>
            <a:ext cx="3171000" cy="970500"/>
          </a:xfrm>
          <a:prstGeom prst="rect">
            <a:avLst/>
          </a:prstGeom>
          <a:noFill/>
          <a:ln>
            <a:noFill/>
          </a:ln>
        </p:spPr>
        <p:txBody>
          <a:bodyPr spcFirstLastPara="1" wrap="square" lIns="0" tIns="0" rIns="182850" bIns="182850" anchor="t" anchorCtr="0">
            <a:noAutofit/>
          </a:bodyPr>
          <a:lstStyle/>
          <a:p>
            <a:pPr marL="0" lvl="0" indent="0" algn="l" rtl="0">
              <a:lnSpc>
                <a:spcPct val="115000"/>
              </a:lnSpc>
              <a:spcBef>
                <a:spcPts val="0"/>
              </a:spcBef>
              <a:spcAft>
                <a:spcPts val="0"/>
              </a:spcAft>
              <a:buNone/>
            </a:pPr>
            <a:r>
              <a:rPr lang="en" sz="1100">
                <a:solidFill>
                  <a:schemeClr val="lt1"/>
                </a:solidFill>
                <a:latin typeface="Barlow Light"/>
                <a:ea typeface="Barlow Light"/>
                <a:cs typeface="Barlow Light"/>
                <a:sym typeface="Barlow Light"/>
              </a:rPr>
              <a:t>Lorem ipsum dolor sit amet, consectetur adipiscing elit, sed do eiusmod tempor incididunt ut labore et dolore magna aliqua. Ut enim ad minim veniam, quis nostrud. Lorem ipsum dolor sit amet, consectetur. Ut eget nisi lacus. </a:t>
            </a:r>
            <a:endParaRPr sz="1100">
              <a:solidFill>
                <a:schemeClr val="lt1"/>
              </a:solidFill>
              <a:latin typeface="Barlow Light"/>
              <a:ea typeface="Barlow Light"/>
              <a:cs typeface="Barlow Light"/>
              <a:sym typeface="Barlow Light"/>
            </a:endParaRPr>
          </a:p>
          <a:p>
            <a:pPr marL="0" lvl="0" indent="0" algn="l" rtl="0">
              <a:lnSpc>
                <a:spcPct val="115000"/>
              </a:lnSpc>
              <a:spcBef>
                <a:spcPts val="2400"/>
              </a:spcBef>
              <a:spcAft>
                <a:spcPts val="0"/>
              </a:spcAft>
              <a:buNone/>
            </a:pPr>
            <a:endParaRPr sz="1100">
              <a:solidFill>
                <a:schemeClr val="lt1"/>
              </a:solidFill>
              <a:latin typeface="Barlow Light"/>
              <a:ea typeface="Barlow Light"/>
              <a:cs typeface="Barlow Light"/>
              <a:sym typeface="Barlow Light"/>
            </a:endParaRPr>
          </a:p>
          <a:p>
            <a:pPr marL="0" lvl="0" indent="0" algn="l" rtl="0">
              <a:lnSpc>
                <a:spcPct val="115000"/>
              </a:lnSpc>
              <a:spcBef>
                <a:spcPts val="2400"/>
              </a:spcBef>
              <a:spcAft>
                <a:spcPts val="0"/>
              </a:spcAft>
              <a:buNone/>
            </a:pPr>
            <a:endParaRPr sz="1100">
              <a:solidFill>
                <a:schemeClr val="lt1"/>
              </a:solidFill>
              <a:latin typeface="Barlow Light"/>
              <a:ea typeface="Barlow Light"/>
              <a:cs typeface="Barlow Light"/>
              <a:sym typeface="Barlow Light"/>
            </a:endParaRPr>
          </a:p>
          <a:p>
            <a:pPr marL="0" lvl="0" indent="0" algn="l" rtl="0">
              <a:lnSpc>
                <a:spcPct val="115000"/>
              </a:lnSpc>
              <a:spcBef>
                <a:spcPts val="2400"/>
              </a:spcBef>
              <a:spcAft>
                <a:spcPts val="2400"/>
              </a:spcAft>
              <a:buNone/>
            </a:pPr>
            <a:endParaRPr sz="1100">
              <a:solidFill>
                <a:schemeClr val="lt1"/>
              </a:solidFill>
              <a:latin typeface="Barlow Light"/>
              <a:ea typeface="Barlow Light"/>
              <a:cs typeface="Barlow Light"/>
              <a:sym typeface="Barlow Light"/>
            </a:endParaRPr>
          </a:p>
        </p:txBody>
      </p:sp>
      <p:sp>
        <p:nvSpPr>
          <p:cNvPr id="443" name="Google Shape;443;p65"/>
          <p:cNvSpPr txBox="1"/>
          <p:nvPr/>
        </p:nvSpPr>
        <p:spPr>
          <a:xfrm>
            <a:off x="5279375" y="3495410"/>
            <a:ext cx="1860300" cy="346200"/>
          </a:xfrm>
          <a:prstGeom prst="rect">
            <a:avLst/>
          </a:prstGeom>
          <a:noFill/>
          <a:ln>
            <a:noFill/>
          </a:ln>
        </p:spPr>
        <p:txBody>
          <a:bodyPr spcFirstLastPara="1" wrap="square" lIns="0" tIns="0" rIns="0" bIns="0" anchor="t" anchorCtr="0">
            <a:noAutofit/>
          </a:bodyPr>
          <a:lstStyle/>
          <a:p>
            <a:pPr marL="0" lvl="0" indent="0" algn="l" rtl="0">
              <a:spcBef>
                <a:spcPts val="0"/>
              </a:spcBef>
              <a:spcAft>
                <a:spcPts val="3200"/>
              </a:spcAft>
              <a:buNone/>
            </a:pPr>
            <a:r>
              <a:rPr lang="en">
                <a:solidFill>
                  <a:schemeClr val="lt1"/>
                </a:solidFill>
                <a:latin typeface="Hepta Slab Medium"/>
                <a:ea typeface="Hepta Slab Medium"/>
                <a:cs typeface="Hepta Slab Medium"/>
                <a:sym typeface="Hepta Slab Medium"/>
              </a:rPr>
              <a:t>EASE OF USE</a:t>
            </a:r>
            <a:endParaRPr>
              <a:solidFill>
                <a:schemeClr val="lt1"/>
              </a:solidFill>
              <a:latin typeface="Hepta Slab Medium"/>
              <a:ea typeface="Hepta Slab Medium"/>
              <a:cs typeface="Hepta Slab Medium"/>
              <a:sym typeface="Hepta Slab Medium"/>
            </a:endParaRPr>
          </a:p>
        </p:txBody>
      </p:sp>
      <p:sp>
        <p:nvSpPr>
          <p:cNvPr id="444" name="Google Shape;444;p65"/>
          <p:cNvSpPr txBox="1"/>
          <p:nvPr/>
        </p:nvSpPr>
        <p:spPr>
          <a:xfrm>
            <a:off x="791150" y="3830075"/>
            <a:ext cx="3273900" cy="970500"/>
          </a:xfrm>
          <a:prstGeom prst="rect">
            <a:avLst/>
          </a:prstGeom>
          <a:noFill/>
          <a:ln>
            <a:noFill/>
          </a:ln>
        </p:spPr>
        <p:txBody>
          <a:bodyPr spcFirstLastPara="1" wrap="square" lIns="0" tIns="0" rIns="182850" bIns="182850" anchor="t" anchorCtr="0">
            <a:noAutofit/>
          </a:bodyPr>
          <a:lstStyle/>
          <a:p>
            <a:pPr marL="457200" lvl="0" indent="-298450" algn="l" rtl="0">
              <a:lnSpc>
                <a:spcPct val="115000"/>
              </a:lnSpc>
              <a:spcBef>
                <a:spcPts val="0"/>
              </a:spcBef>
              <a:spcAft>
                <a:spcPts val="0"/>
              </a:spcAft>
              <a:buClr>
                <a:schemeClr val="dk1"/>
              </a:buClr>
              <a:buSzPts val="1100"/>
              <a:buFont typeface="Barlow Medium"/>
              <a:buChar char="●"/>
            </a:pPr>
            <a:r>
              <a:rPr lang="en" sz="1100">
                <a:solidFill>
                  <a:schemeClr val="dk1"/>
                </a:solidFill>
                <a:latin typeface="Barlow Medium"/>
                <a:ea typeface="Barlow Medium"/>
                <a:cs typeface="Barlow Medium"/>
                <a:sym typeface="Barlow Medium"/>
              </a:rPr>
              <a:t>Clean data leads to more reliable trends, predictions, and insights.</a:t>
            </a:r>
            <a:endParaRPr sz="1100">
              <a:solidFill>
                <a:schemeClr val="dk1"/>
              </a:solidFill>
              <a:latin typeface="Barlow Medium"/>
              <a:ea typeface="Barlow Medium"/>
              <a:cs typeface="Barlow Medium"/>
              <a:sym typeface="Barlow Medium"/>
            </a:endParaRPr>
          </a:p>
          <a:p>
            <a:pPr marL="457200" lvl="0" indent="-298450" algn="l" rtl="0">
              <a:lnSpc>
                <a:spcPct val="115000"/>
              </a:lnSpc>
              <a:spcBef>
                <a:spcPts val="0"/>
              </a:spcBef>
              <a:spcAft>
                <a:spcPts val="0"/>
              </a:spcAft>
              <a:buClr>
                <a:schemeClr val="dk1"/>
              </a:buClr>
              <a:buSzPts val="1100"/>
              <a:buFont typeface="Barlow Medium"/>
              <a:buChar char="●"/>
            </a:pPr>
            <a:endParaRPr sz="1100">
              <a:solidFill>
                <a:schemeClr val="dk1"/>
              </a:solidFill>
              <a:latin typeface="Barlow Medium"/>
              <a:ea typeface="Barlow Medium"/>
              <a:cs typeface="Barlow Medium"/>
              <a:sym typeface="Barlow Medium"/>
            </a:endParaRPr>
          </a:p>
          <a:p>
            <a:pPr marL="457200" lvl="0" indent="-298450" algn="l" rtl="0">
              <a:lnSpc>
                <a:spcPct val="115000"/>
              </a:lnSpc>
              <a:spcBef>
                <a:spcPts val="0"/>
              </a:spcBef>
              <a:spcAft>
                <a:spcPts val="0"/>
              </a:spcAft>
              <a:buClr>
                <a:schemeClr val="dk1"/>
              </a:buClr>
              <a:buSzPts val="1100"/>
              <a:buFont typeface="Barlow Medium"/>
              <a:buChar char="●"/>
            </a:pPr>
            <a:r>
              <a:rPr lang="en" sz="1100">
                <a:solidFill>
                  <a:schemeClr val="dk1"/>
                </a:solidFill>
                <a:latin typeface="Barlow Medium"/>
                <a:ea typeface="Barlow Medium"/>
                <a:cs typeface="Barlow Medium"/>
                <a:sym typeface="Barlow Medium"/>
              </a:rPr>
              <a:t>Garbage in = garbage out!</a:t>
            </a:r>
            <a:endParaRPr sz="1100">
              <a:solidFill>
                <a:schemeClr val="dk1"/>
              </a:solidFill>
              <a:latin typeface="Barlow Medium"/>
              <a:ea typeface="Barlow Medium"/>
              <a:cs typeface="Barlow Medium"/>
              <a:sym typeface="Barlow Medium"/>
            </a:endParaRPr>
          </a:p>
          <a:p>
            <a:pPr marL="0" lvl="0" indent="0" algn="l" rtl="0">
              <a:lnSpc>
                <a:spcPct val="115000"/>
              </a:lnSpc>
              <a:spcBef>
                <a:spcPts val="2400"/>
              </a:spcBef>
              <a:spcAft>
                <a:spcPts val="0"/>
              </a:spcAft>
              <a:buNone/>
            </a:pPr>
            <a:r>
              <a:rPr lang="en" sz="1100">
                <a:solidFill>
                  <a:schemeClr val="dk1"/>
                </a:solidFill>
                <a:latin typeface="Barlow Light"/>
                <a:ea typeface="Barlow Light"/>
                <a:cs typeface="Barlow Light"/>
                <a:sym typeface="Barlow Light"/>
              </a:rPr>
              <a:t>. </a:t>
            </a:r>
            <a:endParaRPr sz="1100">
              <a:solidFill>
                <a:schemeClr val="dk1"/>
              </a:solidFill>
              <a:latin typeface="Barlow Light"/>
              <a:ea typeface="Barlow Light"/>
              <a:cs typeface="Barlow Light"/>
              <a:sym typeface="Barlow Light"/>
            </a:endParaRPr>
          </a:p>
          <a:p>
            <a:pPr marL="0" lvl="0" indent="0" algn="l" rtl="0">
              <a:lnSpc>
                <a:spcPct val="115000"/>
              </a:lnSpc>
              <a:spcBef>
                <a:spcPts val="2400"/>
              </a:spcBef>
              <a:spcAft>
                <a:spcPts val="0"/>
              </a:spcAft>
              <a:buNone/>
            </a:pPr>
            <a:endParaRPr sz="1100">
              <a:solidFill>
                <a:schemeClr val="dk1"/>
              </a:solidFill>
              <a:latin typeface="Barlow Light"/>
              <a:ea typeface="Barlow Light"/>
              <a:cs typeface="Barlow Light"/>
              <a:sym typeface="Barlow Light"/>
            </a:endParaRPr>
          </a:p>
          <a:p>
            <a:pPr marL="0" lvl="0" indent="0" algn="l" rtl="0">
              <a:lnSpc>
                <a:spcPct val="115000"/>
              </a:lnSpc>
              <a:spcBef>
                <a:spcPts val="2400"/>
              </a:spcBef>
              <a:spcAft>
                <a:spcPts val="0"/>
              </a:spcAft>
              <a:buNone/>
            </a:pPr>
            <a:endParaRPr sz="1100">
              <a:solidFill>
                <a:schemeClr val="dk1"/>
              </a:solidFill>
              <a:latin typeface="Barlow Light"/>
              <a:ea typeface="Barlow Light"/>
              <a:cs typeface="Barlow Light"/>
              <a:sym typeface="Barlow Light"/>
            </a:endParaRPr>
          </a:p>
          <a:p>
            <a:pPr marL="0" lvl="0" indent="0" algn="l" rtl="0">
              <a:lnSpc>
                <a:spcPct val="115000"/>
              </a:lnSpc>
              <a:spcBef>
                <a:spcPts val="2400"/>
              </a:spcBef>
              <a:spcAft>
                <a:spcPts val="2400"/>
              </a:spcAft>
              <a:buNone/>
            </a:pPr>
            <a:endParaRPr sz="1100">
              <a:solidFill>
                <a:schemeClr val="dk1"/>
              </a:solidFill>
              <a:latin typeface="Barlow Light"/>
              <a:ea typeface="Barlow Light"/>
              <a:cs typeface="Barlow Light"/>
              <a:sym typeface="Barlow Light"/>
            </a:endParaRPr>
          </a:p>
        </p:txBody>
      </p:sp>
      <p:sp>
        <p:nvSpPr>
          <p:cNvPr id="445" name="Google Shape;445;p65"/>
          <p:cNvSpPr txBox="1"/>
          <p:nvPr/>
        </p:nvSpPr>
        <p:spPr>
          <a:xfrm>
            <a:off x="791175" y="3495400"/>
            <a:ext cx="3481800" cy="346200"/>
          </a:xfrm>
          <a:prstGeom prst="rect">
            <a:avLst/>
          </a:prstGeom>
          <a:noFill/>
          <a:ln>
            <a:noFill/>
          </a:ln>
        </p:spPr>
        <p:txBody>
          <a:bodyPr spcFirstLastPara="1" wrap="square" lIns="0" tIns="0" rIns="0" bIns="0" anchor="t" anchorCtr="0">
            <a:noAutofit/>
          </a:bodyPr>
          <a:lstStyle/>
          <a:p>
            <a:pPr marL="0" lvl="0" indent="0" algn="l" rtl="0">
              <a:spcBef>
                <a:spcPts val="0"/>
              </a:spcBef>
              <a:spcAft>
                <a:spcPts val="3200"/>
              </a:spcAft>
              <a:buNone/>
            </a:pPr>
            <a:r>
              <a:rPr lang="en">
                <a:solidFill>
                  <a:schemeClr val="dk1"/>
                </a:solidFill>
              </a:rPr>
              <a:t>I</a:t>
            </a:r>
            <a:r>
              <a:rPr lang="en">
                <a:solidFill>
                  <a:schemeClr val="dk1"/>
                </a:solidFill>
                <a:latin typeface="Hepta Slab Medium"/>
                <a:ea typeface="Hepta Slab Medium"/>
                <a:cs typeface="Hepta Slab Medium"/>
                <a:sym typeface="Hepta Slab Medium"/>
              </a:rPr>
              <a:t>mproved Analysis &amp; Insights</a:t>
            </a:r>
            <a:endParaRPr sz="1700">
              <a:solidFill>
                <a:schemeClr val="dk1"/>
              </a:solidFill>
              <a:latin typeface="Hepta Slab Medium"/>
              <a:ea typeface="Hepta Slab Medium"/>
              <a:cs typeface="Hepta Slab Medium"/>
              <a:sym typeface="Hepta Slab Medium"/>
            </a:endParaRPr>
          </a:p>
        </p:txBody>
      </p:sp>
      <p:sp>
        <p:nvSpPr>
          <p:cNvPr id="446" name="Google Shape;446;p65"/>
          <p:cNvSpPr txBox="1">
            <a:spLocks noGrp="1"/>
          </p:cNvSpPr>
          <p:nvPr>
            <p:ph type="sldNum" idx="12"/>
          </p:nvPr>
        </p:nvSpPr>
        <p:spPr>
          <a:xfrm>
            <a:off x="8490529" y="250829"/>
            <a:ext cx="348900" cy="1782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7</a:t>
            </a:fld>
            <a:endParaRPr/>
          </a:p>
        </p:txBody>
      </p:sp>
      <p:sp>
        <p:nvSpPr>
          <p:cNvPr id="447" name="Google Shape;447;p65"/>
          <p:cNvSpPr/>
          <p:nvPr/>
        </p:nvSpPr>
        <p:spPr>
          <a:xfrm>
            <a:off x="3275" y="1297550"/>
            <a:ext cx="4546500" cy="1953600"/>
          </a:xfrm>
          <a:prstGeom prst="rect">
            <a:avLst/>
          </a:prstGeom>
          <a:solidFill>
            <a:srgbClr val="FFE599"/>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Barlow Light"/>
              <a:ea typeface="Barlow Light"/>
              <a:cs typeface="Barlow Light"/>
              <a:sym typeface="Barlow Light"/>
            </a:endParaRPr>
          </a:p>
        </p:txBody>
      </p:sp>
      <p:sp>
        <p:nvSpPr>
          <p:cNvPr id="448" name="Google Shape;448;p65"/>
          <p:cNvSpPr/>
          <p:nvPr/>
        </p:nvSpPr>
        <p:spPr>
          <a:xfrm>
            <a:off x="4549775" y="1297550"/>
            <a:ext cx="4594200" cy="1953600"/>
          </a:xfrm>
          <a:prstGeom prst="rect">
            <a:avLst/>
          </a:prstGeom>
          <a:solidFill>
            <a:srgbClr val="F1C23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Barlow Light"/>
              <a:ea typeface="Barlow Light"/>
              <a:cs typeface="Barlow Light"/>
              <a:sym typeface="Barlow Light"/>
            </a:endParaRPr>
          </a:p>
        </p:txBody>
      </p:sp>
      <p:sp>
        <p:nvSpPr>
          <p:cNvPr id="449" name="Google Shape;449;p65"/>
          <p:cNvSpPr txBox="1"/>
          <p:nvPr/>
        </p:nvSpPr>
        <p:spPr>
          <a:xfrm>
            <a:off x="791150" y="1498600"/>
            <a:ext cx="1689000" cy="33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3200"/>
              </a:spcAft>
              <a:buClr>
                <a:schemeClr val="lt1"/>
              </a:buClr>
              <a:buSzPts val="1100"/>
              <a:buFont typeface="Arial"/>
              <a:buNone/>
            </a:pPr>
            <a:r>
              <a:rPr lang="en">
                <a:solidFill>
                  <a:srgbClr val="222222"/>
                </a:solidFill>
                <a:latin typeface="Hepta Slab Medium"/>
                <a:ea typeface="Hepta Slab Medium"/>
                <a:cs typeface="Hepta Slab Medium"/>
                <a:sym typeface="Hepta Slab Medium"/>
              </a:rPr>
              <a:t>Accuracy</a:t>
            </a:r>
            <a:endParaRPr sz="1800">
              <a:solidFill>
                <a:schemeClr val="lt1"/>
              </a:solidFill>
              <a:latin typeface="Hepta Slab Medium"/>
              <a:ea typeface="Hepta Slab Medium"/>
              <a:cs typeface="Hepta Slab Medium"/>
              <a:sym typeface="Hepta Slab Medium"/>
            </a:endParaRPr>
          </a:p>
        </p:txBody>
      </p:sp>
      <p:sp>
        <p:nvSpPr>
          <p:cNvPr id="450" name="Google Shape;450;p65"/>
          <p:cNvSpPr txBox="1"/>
          <p:nvPr/>
        </p:nvSpPr>
        <p:spPr>
          <a:xfrm>
            <a:off x="791150" y="1911125"/>
            <a:ext cx="3111600" cy="1079400"/>
          </a:xfrm>
          <a:prstGeom prst="rect">
            <a:avLst/>
          </a:prstGeom>
          <a:noFill/>
          <a:ln>
            <a:noFill/>
          </a:ln>
        </p:spPr>
        <p:txBody>
          <a:bodyPr spcFirstLastPara="1" wrap="square" lIns="91425" tIns="91425" rIns="91425" bIns="91425" anchor="t" anchorCtr="0">
            <a:noAutofit/>
          </a:bodyPr>
          <a:lstStyle/>
          <a:p>
            <a:pPr marL="457200" lvl="0" indent="-298450" algn="l" rtl="0">
              <a:lnSpc>
                <a:spcPct val="115000"/>
              </a:lnSpc>
              <a:spcBef>
                <a:spcPts val="0"/>
              </a:spcBef>
              <a:spcAft>
                <a:spcPts val="0"/>
              </a:spcAft>
              <a:buClr>
                <a:srgbClr val="222222"/>
              </a:buClr>
              <a:buSzPts val="1100"/>
              <a:buFont typeface="Barlow Medium"/>
              <a:buChar char="●"/>
            </a:pPr>
            <a:r>
              <a:rPr lang="en" sz="1100">
                <a:solidFill>
                  <a:srgbClr val="222222"/>
                </a:solidFill>
                <a:latin typeface="Barlow Medium"/>
                <a:ea typeface="Barlow Medium"/>
                <a:cs typeface="Barlow Medium"/>
                <a:sym typeface="Barlow Medium"/>
              </a:rPr>
              <a:t>Removes incorrect, duplicate, or inconsistent data.</a:t>
            </a:r>
            <a:endParaRPr sz="1100">
              <a:solidFill>
                <a:srgbClr val="222222"/>
              </a:solidFill>
              <a:latin typeface="Barlow Medium"/>
              <a:ea typeface="Barlow Medium"/>
              <a:cs typeface="Barlow Medium"/>
              <a:sym typeface="Barlow Medium"/>
            </a:endParaRPr>
          </a:p>
          <a:p>
            <a:pPr marL="457200" lvl="0" indent="-298450" algn="l" rtl="0">
              <a:lnSpc>
                <a:spcPct val="115000"/>
              </a:lnSpc>
              <a:spcBef>
                <a:spcPts val="0"/>
              </a:spcBef>
              <a:spcAft>
                <a:spcPts val="0"/>
              </a:spcAft>
              <a:buClr>
                <a:srgbClr val="222222"/>
              </a:buClr>
              <a:buSzPts val="1100"/>
              <a:buFont typeface="Barlow Medium"/>
              <a:buChar char="●"/>
            </a:pPr>
            <a:r>
              <a:rPr lang="en" sz="1100">
                <a:solidFill>
                  <a:srgbClr val="222222"/>
                </a:solidFill>
                <a:latin typeface="Barlow Medium"/>
                <a:ea typeface="Barlow Medium"/>
                <a:cs typeface="Barlow Medium"/>
                <a:sym typeface="Barlow Medium"/>
              </a:rPr>
              <a:t>Ensures your analysis is based on correct info.</a:t>
            </a:r>
            <a:endParaRPr sz="1100">
              <a:solidFill>
                <a:srgbClr val="222222"/>
              </a:solidFill>
              <a:latin typeface="Barlow Medium"/>
              <a:ea typeface="Barlow Medium"/>
              <a:cs typeface="Barlow Medium"/>
              <a:sym typeface="Barlow Medium"/>
            </a:endParaRPr>
          </a:p>
          <a:p>
            <a:pPr marL="0" lvl="0" indent="0" algn="l" rtl="0">
              <a:lnSpc>
                <a:spcPct val="115000"/>
              </a:lnSpc>
              <a:spcBef>
                <a:spcPts val="2400"/>
              </a:spcBef>
              <a:spcAft>
                <a:spcPts val="2400"/>
              </a:spcAft>
              <a:buClr>
                <a:schemeClr val="lt1"/>
              </a:buClr>
              <a:buSzPts val="1100"/>
              <a:buFont typeface="Arial"/>
              <a:buNone/>
            </a:pPr>
            <a:endParaRPr sz="1100">
              <a:solidFill>
                <a:schemeClr val="lt1"/>
              </a:solidFill>
              <a:latin typeface="Barlow Light"/>
              <a:ea typeface="Barlow Light"/>
              <a:cs typeface="Barlow Light"/>
              <a:sym typeface="Barlow Light"/>
            </a:endParaRPr>
          </a:p>
        </p:txBody>
      </p:sp>
      <p:sp>
        <p:nvSpPr>
          <p:cNvPr id="451" name="Google Shape;451;p65"/>
          <p:cNvSpPr/>
          <p:nvPr/>
        </p:nvSpPr>
        <p:spPr>
          <a:xfrm>
            <a:off x="4549775" y="3251150"/>
            <a:ext cx="4594200" cy="1892400"/>
          </a:xfrm>
          <a:prstGeom prst="rect">
            <a:avLst/>
          </a:prstGeom>
          <a:solidFill>
            <a:srgbClr val="E6913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457200" lvl="0" indent="0" algn="l" rtl="0">
              <a:lnSpc>
                <a:spcPct val="115000"/>
              </a:lnSpc>
              <a:spcBef>
                <a:spcPts val="0"/>
              </a:spcBef>
              <a:spcAft>
                <a:spcPts val="2400"/>
              </a:spcAft>
              <a:buNone/>
            </a:pPr>
            <a:endParaRPr>
              <a:latin typeface="Barlow Light"/>
              <a:ea typeface="Barlow Light"/>
              <a:cs typeface="Barlow Light"/>
              <a:sym typeface="Barlow Light"/>
            </a:endParaRPr>
          </a:p>
        </p:txBody>
      </p:sp>
      <p:sp>
        <p:nvSpPr>
          <p:cNvPr id="452" name="Google Shape;452;p65"/>
          <p:cNvSpPr txBox="1"/>
          <p:nvPr/>
        </p:nvSpPr>
        <p:spPr>
          <a:xfrm>
            <a:off x="4828000" y="1564932"/>
            <a:ext cx="1860300" cy="3462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100">
                <a:solidFill>
                  <a:srgbClr val="222222"/>
                </a:solidFill>
                <a:latin typeface="Hepta Slab Medium"/>
                <a:ea typeface="Hepta Slab Medium"/>
                <a:cs typeface="Hepta Slab Medium"/>
                <a:sym typeface="Hepta Slab Medium"/>
              </a:rPr>
              <a:t>C</a:t>
            </a:r>
            <a:r>
              <a:rPr lang="en">
                <a:solidFill>
                  <a:srgbClr val="222222"/>
                </a:solidFill>
                <a:latin typeface="Hepta Slab Medium"/>
                <a:ea typeface="Hepta Slab Medium"/>
                <a:cs typeface="Hepta Slab Medium"/>
                <a:sym typeface="Hepta Slab Medium"/>
              </a:rPr>
              <a:t>onsistency</a:t>
            </a:r>
            <a:endParaRPr sz="1700">
              <a:solidFill>
                <a:schemeClr val="dk1"/>
              </a:solidFill>
              <a:latin typeface="Hepta Slab Medium"/>
              <a:ea typeface="Hepta Slab Medium"/>
              <a:cs typeface="Hepta Slab Medium"/>
              <a:sym typeface="Hepta Slab Medium"/>
            </a:endParaRPr>
          </a:p>
          <a:p>
            <a:pPr marL="0" lvl="0" indent="0" algn="l" rtl="0">
              <a:spcBef>
                <a:spcPts val="3200"/>
              </a:spcBef>
              <a:spcAft>
                <a:spcPts val="3200"/>
              </a:spcAft>
              <a:buNone/>
            </a:pPr>
            <a:endParaRPr>
              <a:solidFill>
                <a:schemeClr val="dk1"/>
              </a:solidFill>
              <a:latin typeface="Hepta Slab Medium"/>
              <a:ea typeface="Hepta Slab Medium"/>
              <a:cs typeface="Hepta Slab Medium"/>
              <a:sym typeface="Hepta Slab Medium"/>
            </a:endParaRPr>
          </a:p>
        </p:txBody>
      </p:sp>
      <p:sp>
        <p:nvSpPr>
          <p:cNvPr id="453" name="Google Shape;453;p65"/>
          <p:cNvSpPr txBox="1"/>
          <p:nvPr/>
        </p:nvSpPr>
        <p:spPr>
          <a:xfrm>
            <a:off x="4709525" y="1856675"/>
            <a:ext cx="3000000" cy="938100"/>
          </a:xfrm>
          <a:prstGeom prst="rect">
            <a:avLst/>
          </a:prstGeom>
          <a:noFill/>
          <a:ln>
            <a:noFill/>
          </a:ln>
        </p:spPr>
        <p:txBody>
          <a:bodyPr spcFirstLastPara="1" wrap="square" lIns="91425" tIns="91425" rIns="91425" bIns="91425" anchor="t" anchorCtr="0">
            <a:spAutoFit/>
          </a:bodyPr>
          <a:lstStyle/>
          <a:p>
            <a:pPr marL="457200" lvl="0" indent="-298450" algn="l" rtl="0">
              <a:lnSpc>
                <a:spcPct val="115000"/>
              </a:lnSpc>
              <a:spcBef>
                <a:spcPts val="0"/>
              </a:spcBef>
              <a:spcAft>
                <a:spcPts val="0"/>
              </a:spcAft>
              <a:buClr>
                <a:srgbClr val="222222"/>
              </a:buClr>
              <a:buSzPts val="1100"/>
              <a:buFont typeface="Barlow Medium"/>
              <a:buChar char="●"/>
            </a:pPr>
            <a:r>
              <a:rPr lang="en" sz="1100">
                <a:solidFill>
                  <a:srgbClr val="222222"/>
                </a:solidFill>
                <a:latin typeface="Barlow Medium"/>
                <a:ea typeface="Barlow Medium"/>
                <a:cs typeface="Barlow Medium"/>
                <a:sym typeface="Barlow Medium"/>
              </a:rPr>
              <a:t>Standardizes formats (like dates, units, or names).</a:t>
            </a:r>
            <a:endParaRPr sz="1100">
              <a:solidFill>
                <a:srgbClr val="222222"/>
              </a:solidFill>
              <a:latin typeface="Barlow Medium"/>
              <a:ea typeface="Barlow Medium"/>
              <a:cs typeface="Barlow Medium"/>
              <a:sym typeface="Barlow Medium"/>
            </a:endParaRPr>
          </a:p>
          <a:p>
            <a:pPr marL="457200" lvl="0" indent="-298450" algn="l" rtl="0">
              <a:lnSpc>
                <a:spcPct val="115000"/>
              </a:lnSpc>
              <a:spcBef>
                <a:spcPts val="0"/>
              </a:spcBef>
              <a:spcAft>
                <a:spcPts val="0"/>
              </a:spcAft>
              <a:buClr>
                <a:srgbClr val="222222"/>
              </a:buClr>
              <a:buSzPts val="1100"/>
              <a:buFont typeface="Barlow Medium"/>
              <a:buChar char="●"/>
            </a:pPr>
            <a:r>
              <a:rPr lang="en" sz="1100">
                <a:solidFill>
                  <a:srgbClr val="222222"/>
                </a:solidFill>
                <a:latin typeface="Barlow Medium"/>
                <a:ea typeface="Barlow Medium"/>
                <a:cs typeface="Barlow Medium"/>
                <a:sym typeface="Barlow Medium"/>
              </a:rPr>
              <a:t>Ensures data from different sources fits together properly.</a:t>
            </a:r>
            <a:endParaRPr sz="1100">
              <a:solidFill>
                <a:schemeClr val="dk1"/>
              </a:solidFill>
              <a:latin typeface="Barlow Medium"/>
              <a:ea typeface="Barlow Medium"/>
              <a:cs typeface="Barlow Medium"/>
              <a:sym typeface="Barlow Medium"/>
            </a:endParaRPr>
          </a:p>
        </p:txBody>
      </p:sp>
      <p:sp>
        <p:nvSpPr>
          <p:cNvPr id="454" name="Google Shape;454;p65"/>
          <p:cNvSpPr txBox="1"/>
          <p:nvPr/>
        </p:nvSpPr>
        <p:spPr>
          <a:xfrm>
            <a:off x="4709525" y="3440675"/>
            <a:ext cx="3481800" cy="346200"/>
          </a:xfrm>
          <a:prstGeom prst="rect">
            <a:avLst/>
          </a:prstGeom>
          <a:noFill/>
          <a:ln>
            <a:noFill/>
          </a:ln>
        </p:spPr>
        <p:txBody>
          <a:bodyPr spcFirstLastPara="1" wrap="square" lIns="0" tIns="0" rIns="0" bIns="0" anchor="t" anchorCtr="0">
            <a:noAutofit/>
          </a:bodyPr>
          <a:lstStyle/>
          <a:p>
            <a:pPr marL="0" lvl="0" indent="0" algn="l" rtl="0">
              <a:spcBef>
                <a:spcPts val="0"/>
              </a:spcBef>
              <a:spcAft>
                <a:spcPts val="3200"/>
              </a:spcAft>
              <a:buNone/>
            </a:pPr>
            <a:r>
              <a:rPr lang="en">
                <a:solidFill>
                  <a:srgbClr val="222222"/>
                </a:solidFill>
                <a:latin typeface="Hepta Slab Medium"/>
                <a:ea typeface="Hepta Slab Medium"/>
                <a:cs typeface="Hepta Slab Medium"/>
                <a:sym typeface="Hepta Slab Medium"/>
              </a:rPr>
              <a:t>Better Model Performance</a:t>
            </a:r>
            <a:endParaRPr sz="2000">
              <a:solidFill>
                <a:schemeClr val="dk1"/>
              </a:solidFill>
              <a:latin typeface="Hepta Slab Medium"/>
              <a:ea typeface="Hepta Slab Medium"/>
              <a:cs typeface="Hepta Slab Medium"/>
              <a:sym typeface="Hepta Slab Medium"/>
            </a:endParaRPr>
          </a:p>
        </p:txBody>
      </p:sp>
      <p:sp>
        <p:nvSpPr>
          <p:cNvPr id="455" name="Google Shape;455;p65"/>
          <p:cNvSpPr txBox="1"/>
          <p:nvPr/>
        </p:nvSpPr>
        <p:spPr>
          <a:xfrm>
            <a:off x="4803125" y="3775625"/>
            <a:ext cx="2812800" cy="1079400"/>
          </a:xfrm>
          <a:prstGeom prst="rect">
            <a:avLst/>
          </a:prstGeom>
          <a:noFill/>
          <a:ln>
            <a:noFill/>
          </a:ln>
        </p:spPr>
        <p:txBody>
          <a:bodyPr spcFirstLastPara="1" wrap="square" lIns="91425" tIns="91425" rIns="91425" bIns="91425" anchor="t" anchorCtr="0">
            <a:noAutofit/>
          </a:bodyPr>
          <a:lstStyle/>
          <a:p>
            <a:pPr marL="457200" lvl="0" indent="-298450" algn="l" rtl="0">
              <a:spcBef>
                <a:spcPts val="0"/>
              </a:spcBef>
              <a:spcAft>
                <a:spcPts val="0"/>
              </a:spcAft>
              <a:buClr>
                <a:srgbClr val="222222"/>
              </a:buClr>
              <a:buSzPts val="1100"/>
              <a:buFont typeface="Barlow Medium"/>
              <a:buChar char="●"/>
            </a:pPr>
            <a:r>
              <a:rPr lang="en" sz="1100">
                <a:solidFill>
                  <a:srgbClr val="222222"/>
                </a:solidFill>
                <a:latin typeface="Barlow Medium"/>
                <a:ea typeface="Barlow Medium"/>
                <a:cs typeface="Barlow Medium"/>
                <a:sym typeface="Barlow Medium"/>
              </a:rPr>
              <a:t>Machine learning models rely on clean input.</a:t>
            </a:r>
            <a:endParaRPr sz="1100">
              <a:solidFill>
                <a:srgbClr val="222222"/>
              </a:solidFill>
              <a:latin typeface="Barlow Medium"/>
              <a:ea typeface="Barlow Medium"/>
              <a:cs typeface="Barlow Medium"/>
              <a:sym typeface="Barlow Medium"/>
            </a:endParaRPr>
          </a:p>
          <a:p>
            <a:pPr marL="457200" lvl="0" indent="-298450" algn="l" rtl="0">
              <a:spcBef>
                <a:spcPts val="0"/>
              </a:spcBef>
              <a:spcAft>
                <a:spcPts val="0"/>
              </a:spcAft>
              <a:buClr>
                <a:srgbClr val="222222"/>
              </a:buClr>
              <a:buSzPts val="1100"/>
              <a:buFont typeface="Barlow Medium"/>
              <a:buChar char="●"/>
            </a:pPr>
            <a:endParaRPr sz="1100">
              <a:solidFill>
                <a:srgbClr val="222222"/>
              </a:solidFill>
              <a:latin typeface="Barlow Medium"/>
              <a:ea typeface="Barlow Medium"/>
              <a:cs typeface="Barlow Medium"/>
              <a:sym typeface="Barlow Medium"/>
            </a:endParaRPr>
          </a:p>
          <a:p>
            <a:pPr marL="457200" lvl="0" indent="-298450" algn="l" rtl="0">
              <a:spcBef>
                <a:spcPts val="0"/>
              </a:spcBef>
              <a:spcAft>
                <a:spcPts val="0"/>
              </a:spcAft>
              <a:buClr>
                <a:srgbClr val="222222"/>
              </a:buClr>
              <a:buSzPts val="1100"/>
              <a:buFont typeface="Barlow Medium"/>
              <a:buChar char="●"/>
            </a:pPr>
            <a:r>
              <a:rPr lang="en" sz="1100">
                <a:solidFill>
                  <a:srgbClr val="222222"/>
                </a:solidFill>
                <a:latin typeface="Barlow Medium"/>
                <a:ea typeface="Barlow Medium"/>
                <a:cs typeface="Barlow Medium"/>
                <a:sym typeface="Barlow Medium"/>
              </a:rPr>
              <a:t>Noisy or unclean data can hurt accuracy and efficiency.</a:t>
            </a:r>
            <a:endParaRPr sz="1100">
              <a:solidFill>
                <a:srgbClr val="222222"/>
              </a:solidFill>
              <a:latin typeface="Barlow Medium"/>
              <a:ea typeface="Barlow Medium"/>
              <a:cs typeface="Barlow Medium"/>
              <a:sym typeface="Barlow Medium"/>
            </a:endParaRPr>
          </a:p>
          <a:p>
            <a:pPr marL="0" lvl="0" indent="0" algn="l" rtl="0">
              <a:spcBef>
                <a:spcPts val="0"/>
              </a:spcBef>
              <a:spcAft>
                <a:spcPts val="0"/>
              </a:spcAft>
              <a:buNone/>
            </a:pPr>
            <a:endParaRPr sz="1500">
              <a:solidFill>
                <a:schemeClr val="dk1"/>
              </a:solidFill>
              <a:latin typeface="Barlow Light"/>
              <a:ea typeface="Barlow Light"/>
              <a:cs typeface="Barlow Light"/>
              <a:sym typeface="Barlow Light"/>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59"/>
        <p:cNvGrpSpPr/>
        <p:nvPr/>
      </p:nvGrpSpPr>
      <p:grpSpPr>
        <a:xfrm>
          <a:off x="0" y="0"/>
          <a:ext cx="0" cy="0"/>
          <a:chOff x="0" y="0"/>
          <a:chExt cx="0" cy="0"/>
        </a:xfrm>
      </p:grpSpPr>
      <p:sp>
        <p:nvSpPr>
          <p:cNvPr id="460" name="Google Shape;460;p66"/>
          <p:cNvSpPr txBox="1">
            <a:spLocks noGrp="1"/>
          </p:cNvSpPr>
          <p:nvPr>
            <p:ph type="sldNum" idx="12"/>
          </p:nvPr>
        </p:nvSpPr>
        <p:spPr>
          <a:xfrm>
            <a:off x="8490529" y="250829"/>
            <a:ext cx="348900" cy="1782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8</a:t>
            </a:fld>
            <a:endParaRPr/>
          </a:p>
        </p:txBody>
      </p:sp>
      <p:sp>
        <p:nvSpPr>
          <p:cNvPr id="461" name="Google Shape;461;p66"/>
          <p:cNvSpPr/>
          <p:nvPr/>
        </p:nvSpPr>
        <p:spPr>
          <a:xfrm>
            <a:off x="12700" y="12700"/>
            <a:ext cx="9144000" cy="1245600"/>
          </a:xfrm>
          <a:prstGeom prst="rect">
            <a:avLst/>
          </a:prstGeom>
          <a:solidFill>
            <a:srgbClr val="FFE599"/>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Barlow Light"/>
              <a:ea typeface="Barlow Light"/>
              <a:cs typeface="Barlow Light"/>
              <a:sym typeface="Barlow Light"/>
            </a:endParaRPr>
          </a:p>
        </p:txBody>
      </p:sp>
      <p:sp>
        <p:nvSpPr>
          <p:cNvPr id="462" name="Google Shape;462;p66"/>
          <p:cNvSpPr txBox="1"/>
          <p:nvPr/>
        </p:nvSpPr>
        <p:spPr>
          <a:xfrm>
            <a:off x="330200" y="469900"/>
            <a:ext cx="6794400" cy="736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500">
              <a:solidFill>
                <a:schemeClr val="dk1"/>
              </a:solidFill>
              <a:latin typeface="Barlow Light"/>
              <a:ea typeface="Barlow Light"/>
              <a:cs typeface="Barlow Light"/>
              <a:sym typeface="Barlow Light"/>
            </a:endParaRPr>
          </a:p>
        </p:txBody>
      </p:sp>
      <p:sp>
        <p:nvSpPr>
          <p:cNvPr id="463" name="Google Shape;463;p66"/>
          <p:cNvSpPr txBox="1">
            <a:spLocks noGrp="1"/>
          </p:cNvSpPr>
          <p:nvPr>
            <p:ph type="subTitle" idx="1"/>
          </p:nvPr>
        </p:nvSpPr>
        <p:spPr>
          <a:xfrm>
            <a:off x="273150" y="318100"/>
            <a:ext cx="7315200" cy="6348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a:t>On which column to use ?</a:t>
            </a:r>
            <a:endParaRPr/>
          </a:p>
        </p:txBody>
      </p:sp>
      <p:cxnSp>
        <p:nvCxnSpPr>
          <p:cNvPr id="464" name="Google Shape;464;p66"/>
          <p:cNvCxnSpPr/>
          <p:nvPr/>
        </p:nvCxnSpPr>
        <p:spPr>
          <a:xfrm rot="10800000" flipH="1">
            <a:off x="614000" y="4328250"/>
            <a:ext cx="322200" cy="422700"/>
          </a:xfrm>
          <a:prstGeom prst="straightConnector1">
            <a:avLst/>
          </a:prstGeom>
          <a:noFill/>
          <a:ln w="9525" cap="flat" cmpd="sng">
            <a:solidFill>
              <a:schemeClr val="dk2"/>
            </a:solidFill>
            <a:prstDash val="solid"/>
            <a:round/>
            <a:headEnd type="none" w="med" len="med"/>
            <a:tailEnd type="triangle" w="med" len="med"/>
          </a:ln>
        </p:spPr>
      </p:cxnSp>
      <p:cxnSp>
        <p:nvCxnSpPr>
          <p:cNvPr id="465" name="Google Shape;465;p66"/>
          <p:cNvCxnSpPr/>
          <p:nvPr/>
        </p:nvCxnSpPr>
        <p:spPr>
          <a:xfrm rot="10800000">
            <a:off x="2204450" y="4338225"/>
            <a:ext cx="352200" cy="563700"/>
          </a:xfrm>
          <a:prstGeom prst="straightConnector1">
            <a:avLst/>
          </a:prstGeom>
          <a:noFill/>
          <a:ln w="9525" cap="flat" cmpd="sng">
            <a:solidFill>
              <a:schemeClr val="dk2"/>
            </a:solidFill>
            <a:prstDash val="solid"/>
            <a:round/>
            <a:headEnd type="none" w="med" len="med"/>
            <a:tailEnd type="triangle" w="med" len="med"/>
          </a:ln>
        </p:spPr>
      </p:cxnSp>
      <p:cxnSp>
        <p:nvCxnSpPr>
          <p:cNvPr id="466" name="Google Shape;466;p66"/>
          <p:cNvCxnSpPr/>
          <p:nvPr/>
        </p:nvCxnSpPr>
        <p:spPr>
          <a:xfrm rot="10800000">
            <a:off x="2929125" y="4368325"/>
            <a:ext cx="221400" cy="594000"/>
          </a:xfrm>
          <a:prstGeom prst="straightConnector1">
            <a:avLst/>
          </a:prstGeom>
          <a:noFill/>
          <a:ln w="9525" cap="flat" cmpd="sng">
            <a:solidFill>
              <a:schemeClr val="dk2"/>
            </a:solidFill>
            <a:prstDash val="solid"/>
            <a:round/>
            <a:headEnd type="none" w="med" len="med"/>
            <a:tailEnd type="triangle" w="med" len="med"/>
          </a:ln>
        </p:spPr>
      </p:cxnSp>
      <p:cxnSp>
        <p:nvCxnSpPr>
          <p:cNvPr id="467" name="Google Shape;467;p66"/>
          <p:cNvCxnSpPr/>
          <p:nvPr/>
        </p:nvCxnSpPr>
        <p:spPr>
          <a:xfrm rot="10800000">
            <a:off x="4106675" y="4338325"/>
            <a:ext cx="50400" cy="533400"/>
          </a:xfrm>
          <a:prstGeom prst="straightConnector1">
            <a:avLst/>
          </a:prstGeom>
          <a:noFill/>
          <a:ln w="9525" cap="flat" cmpd="sng">
            <a:solidFill>
              <a:schemeClr val="dk2"/>
            </a:solidFill>
            <a:prstDash val="solid"/>
            <a:round/>
            <a:headEnd type="none" w="med" len="med"/>
            <a:tailEnd type="triangle" w="med" len="med"/>
          </a:ln>
        </p:spPr>
      </p:cxnSp>
      <p:cxnSp>
        <p:nvCxnSpPr>
          <p:cNvPr id="468" name="Google Shape;468;p66"/>
          <p:cNvCxnSpPr/>
          <p:nvPr/>
        </p:nvCxnSpPr>
        <p:spPr>
          <a:xfrm flipH="1">
            <a:off x="5485725" y="1489700"/>
            <a:ext cx="966300" cy="382500"/>
          </a:xfrm>
          <a:prstGeom prst="straightConnector1">
            <a:avLst/>
          </a:prstGeom>
          <a:noFill/>
          <a:ln w="9525" cap="flat" cmpd="sng">
            <a:solidFill>
              <a:schemeClr val="dk2"/>
            </a:solidFill>
            <a:prstDash val="solid"/>
            <a:round/>
            <a:headEnd type="none" w="med" len="med"/>
            <a:tailEnd type="triangle" w="med" len="med"/>
          </a:ln>
        </p:spPr>
      </p:cxnSp>
      <p:cxnSp>
        <p:nvCxnSpPr>
          <p:cNvPr id="469" name="Google Shape;469;p66"/>
          <p:cNvCxnSpPr/>
          <p:nvPr/>
        </p:nvCxnSpPr>
        <p:spPr>
          <a:xfrm rot="10800000">
            <a:off x="4640150" y="4358500"/>
            <a:ext cx="342300" cy="462900"/>
          </a:xfrm>
          <a:prstGeom prst="straightConnector1">
            <a:avLst/>
          </a:prstGeom>
          <a:noFill/>
          <a:ln w="9525" cap="flat" cmpd="sng">
            <a:solidFill>
              <a:schemeClr val="dk2"/>
            </a:solidFill>
            <a:prstDash val="solid"/>
            <a:round/>
            <a:headEnd type="none" w="med" len="med"/>
            <a:tailEnd type="triangle" w="med" len="med"/>
          </a:ln>
        </p:spPr>
      </p:cxnSp>
      <p:pic>
        <p:nvPicPr>
          <p:cNvPr id="470" name="Google Shape;470;p66"/>
          <p:cNvPicPr preferRelativeResize="0"/>
          <p:nvPr/>
        </p:nvPicPr>
        <p:blipFill>
          <a:blip r:embed="rId3">
            <a:alphaModFix/>
          </a:blip>
          <a:stretch>
            <a:fillRect/>
          </a:stretch>
        </p:blipFill>
        <p:spPr>
          <a:xfrm>
            <a:off x="12700" y="1638425"/>
            <a:ext cx="5180925" cy="247961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74"/>
        <p:cNvGrpSpPr/>
        <p:nvPr/>
      </p:nvGrpSpPr>
      <p:grpSpPr>
        <a:xfrm>
          <a:off x="0" y="0"/>
          <a:ext cx="0" cy="0"/>
          <a:chOff x="0" y="0"/>
          <a:chExt cx="0" cy="0"/>
        </a:xfrm>
      </p:grpSpPr>
      <p:sp>
        <p:nvSpPr>
          <p:cNvPr id="475" name="Google Shape;475;p67"/>
          <p:cNvSpPr txBox="1">
            <a:spLocks noGrp="1"/>
          </p:cNvSpPr>
          <p:nvPr>
            <p:ph type="body" idx="2"/>
          </p:nvPr>
        </p:nvSpPr>
        <p:spPr>
          <a:xfrm>
            <a:off x="750100" y="2925175"/>
            <a:ext cx="1785900" cy="223200"/>
          </a:xfrm>
          <a:prstGeom prst="rect">
            <a:avLst/>
          </a:prstGeom>
        </p:spPr>
        <p:txBody>
          <a:bodyPr spcFirstLastPara="1" wrap="square" lIns="0" tIns="0" rIns="0" bIns="0" anchor="t" anchorCtr="0">
            <a:noAutofit/>
          </a:bodyPr>
          <a:lstStyle/>
          <a:p>
            <a:pPr marL="0" lvl="0" indent="0" algn="l" rtl="0">
              <a:spcBef>
                <a:spcPts val="0"/>
              </a:spcBef>
              <a:spcAft>
                <a:spcPts val="0"/>
              </a:spcAft>
              <a:buClr>
                <a:schemeClr val="lt1"/>
              </a:buClr>
              <a:buSzPts val="1100"/>
              <a:buFont typeface="Arial"/>
              <a:buNone/>
            </a:pPr>
            <a:r>
              <a:rPr lang="en" sz="1100"/>
              <a:t>Convert to Numeric Type</a:t>
            </a:r>
            <a:endParaRPr sz="1100"/>
          </a:p>
          <a:p>
            <a:pPr marL="0" lvl="0" indent="0" algn="l" rtl="0">
              <a:spcBef>
                <a:spcPts val="0"/>
              </a:spcBef>
              <a:spcAft>
                <a:spcPts val="0"/>
              </a:spcAft>
              <a:buClr>
                <a:schemeClr val="lt1"/>
              </a:buClr>
              <a:buSzPts val="1100"/>
              <a:buFont typeface="Arial"/>
              <a:buNone/>
            </a:pPr>
            <a:endParaRPr/>
          </a:p>
          <a:p>
            <a:pPr marL="0" lvl="0" indent="0" algn="l" rtl="0">
              <a:spcBef>
                <a:spcPts val="0"/>
              </a:spcBef>
              <a:spcAft>
                <a:spcPts val="0"/>
              </a:spcAft>
              <a:buNone/>
            </a:pPr>
            <a:endParaRPr/>
          </a:p>
        </p:txBody>
      </p:sp>
      <p:sp>
        <p:nvSpPr>
          <p:cNvPr id="476" name="Google Shape;476;p67"/>
          <p:cNvSpPr txBox="1">
            <a:spLocks noGrp="1"/>
          </p:cNvSpPr>
          <p:nvPr>
            <p:ph type="body" idx="4"/>
          </p:nvPr>
        </p:nvSpPr>
        <p:spPr>
          <a:xfrm>
            <a:off x="80250" y="1135900"/>
            <a:ext cx="1294800" cy="2232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sz="1400"/>
              <a:t>Step 1</a:t>
            </a:r>
            <a:endParaRPr sz="1400"/>
          </a:p>
        </p:txBody>
      </p:sp>
      <p:sp>
        <p:nvSpPr>
          <p:cNvPr id="477" name="Google Shape;477;p67"/>
          <p:cNvSpPr txBox="1">
            <a:spLocks noGrp="1"/>
          </p:cNvSpPr>
          <p:nvPr>
            <p:ph type="body" idx="5"/>
          </p:nvPr>
        </p:nvSpPr>
        <p:spPr>
          <a:xfrm>
            <a:off x="680850" y="1135900"/>
            <a:ext cx="2277000" cy="2232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sz="1100">
                <a:latin typeface="Arial"/>
                <a:ea typeface="Arial"/>
                <a:cs typeface="Arial"/>
                <a:sym typeface="Arial"/>
              </a:rPr>
              <a:t>Understand Your Data</a:t>
            </a:r>
            <a:endParaRPr sz="1100"/>
          </a:p>
        </p:txBody>
      </p:sp>
      <p:sp>
        <p:nvSpPr>
          <p:cNvPr id="478" name="Google Shape;478;p67"/>
          <p:cNvSpPr txBox="1">
            <a:spLocks noGrp="1"/>
          </p:cNvSpPr>
          <p:nvPr>
            <p:ph type="body" idx="15"/>
          </p:nvPr>
        </p:nvSpPr>
        <p:spPr>
          <a:xfrm>
            <a:off x="80250" y="429025"/>
            <a:ext cx="8331600" cy="5052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sz="1150">
                <a:latin typeface="Barlow Medium"/>
                <a:ea typeface="Barlow Medium"/>
                <a:cs typeface="Barlow Medium"/>
                <a:sym typeface="Barlow Medium"/>
              </a:rPr>
              <a:t>To clean data, identify and address issues like inconsistencies, missing values, duplicates, outliers, and incorrect formats, ensuring data accuracy and reliability for analysis</a:t>
            </a:r>
            <a:endParaRPr sz="900">
              <a:latin typeface="Barlow Medium"/>
              <a:ea typeface="Barlow Medium"/>
              <a:cs typeface="Barlow Medium"/>
              <a:sym typeface="Barlow Medium"/>
            </a:endParaRPr>
          </a:p>
        </p:txBody>
      </p:sp>
      <p:sp>
        <p:nvSpPr>
          <p:cNvPr id="479" name="Google Shape;479;p67"/>
          <p:cNvSpPr txBox="1">
            <a:spLocks noGrp="1"/>
          </p:cNvSpPr>
          <p:nvPr>
            <p:ph type="subTitle" idx="16"/>
          </p:nvPr>
        </p:nvSpPr>
        <p:spPr>
          <a:xfrm>
            <a:off x="80250" y="204175"/>
            <a:ext cx="2877600" cy="2154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a:t>How to use ?</a:t>
            </a:r>
            <a:endParaRPr/>
          </a:p>
        </p:txBody>
      </p:sp>
      <p:sp>
        <p:nvSpPr>
          <p:cNvPr id="480" name="Google Shape;480;p67"/>
          <p:cNvSpPr txBox="1">
            <a:spLocks noGrp="1"/>
          </p:cNvSpPr>
          <p:nvPr>
            <p:ph type="body" idx="17"/>
          </p:nvPr>
        </p:nvSpPr>
        <p:spPr>
          <a:xfrm>
            <a:off x="80250" y="2893225"/>
            <a:ext cx="1210200" cy="287100"/>
          </a:xfrm>
          <a:prstGeom prst="rect">
            <a:avLst/>
          </a:prstGeom>
        </p:spPr>
        <p:txBody>
          <a:bodyPr spcFirstLastPara="1" wrap="square" lIns="0" tIns="0" rIns="0" bIns="0" anchor="t" anchorCtr="0">
            <a:noAutofit/>
          </a:bodyPr>
          <a:lstStyle/>
          <a:p>
            <a:pPr marL="0" lvl="0" indent="0" algn="l" rtl="0">
              <a:spcBef>
                <a:spcPts val="0"/>
              </a:spcBef>
              <a:spcAft>
                <a:spcPts val="0"/>
              </a:spcAft>
              <a:buClr>
                <a:schemeClr val="lt1"/>
              </a:buClr>
              <a:buSzPts val="1100"/>
              <a:buNone/>
            </a:pPr>
            <a:r>
              <a:rPr lang="en" sz="1400"/>
              <a:t>Step 2</a:t>
            </a:r>
            <a:endParaRPr sz="1400"/>
          </a:p>
        </p:txBody>
      </p:sp>
      <p:sp>
        <p:nvSpPr>
          <p:cNvPr id="481" name="Google Shape;481;p67"/>
          <p:cNvSpPr txBox="1">
            <a:spLocks noGrp="1"/>
          </p:cNvSpPr>
          <p:nvPr>
            <p:ph type="sldNum" idx="12"/>
          </p:nvPr>
        </p:nvSpPr>
        <p:spPr>
          <a:xfrm>
            <a:off x="8490529" y="250829"/>
            <a:ext cx="348900" cy="1782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9</a:t>
            </a:fld>
            <a:endParaRPr/>
          </a:p>
        </p:txBody>
      </p:sp>
      <p:pic>
        <p:nvPicPr>
          <p:cNvPr id="482" name="Google Shape;482;p67"/>
          <p:cNvPicPr preferRelativeResize="0"/>
          <p:nvPr/>
        </p:nvPicPr>
        <p:blipFill>
          <a:blip r:embed="rId3">
            <a:alphaModFix/>
          </a:blip>
          <a:stretch>
            <a:fillRect/>
          </a:stretch>
        </p:blipFill>
        <p:spPr>
          <a:xfrm>
            <a:off x="2669950" y="3334025"/>
            <a:ext cx="2886075" cy="1667775"/>
          </a:xfrm>
          <a:prstGeom prst="rect">
            <a:avLst/>
          </a:prstGeom>
          <a:noFill/>
          <a:ln>
            <a:noFill/>
          </a:ln>
        </p:spPr>
      </p:pic>
      <p:pic>
        <p:nvPicPr>
          <p:cNvPr id="483" name="Google Shape;483;p67"/>
          <p:cNvPicPr preferRelativeResize="0"/>
          <p:nvPr/>
        </p:nvPicPr>
        <p:blipFill>
          <a:blip r:embed="rId4">
            <a:alphaModFix/>
          </a:blip>
          <a:stretch>
            <a:fillRect/>
          </a:stretch>
        </p:blipFill>
        <p:spPr>
          <a:xfrm>
            <a:off x="5709578" y="3334025"/>
            <a:ext cx="3434424" cy="1667775"/>
          </a:xfrm>
          <a:prstGeom prst="rect">
            <a:avLst/>
          </a:prstGeom>
          <a:noFill/>
          <a:ln>
            <a:noFill/>
          </a:ln>
        </p:spPr>
      </p:pic>
      <p:pic>
        <p:nvPicPr>
          <p:cNvPr id="484" name="Google Shape;484;p67"/>
          <p:cNvPicPr preferRelativeResize="0"/>
          <p:nvPr/>
        </p:nvPicPr>
        <p:blipFill>
          <a:blip r:embed="rId5">
            <a:alphaModFix/>
          </a:blip>
          <a:stretch>
            <a:fillRect/>
          </a:stretch>
        </p:blipFill>
        <p:spPr>
          <a:xfrm>
            <a:off x="286350" y="1466250"/>
            <a:ext cx="6064804" cy="505200"/>
          </a:xfrm>
          <a:prstGeom prst="rect">
            <a:avLst/>
          </a:prstGeom>
          <a:noFill/>
          <a:ln>
            <a:noFill/>
          </a:ln>
        </p:spPr>
      </p:pic>
      <p:pic>
        <p:nvPicPr>
          <p:cNvPr id="485" name="Google Shape;485;p67"/>
          <p:cNvPicPr preferRelativeResize="0"/>
          <p:nvPr/>
        </p:nvPicPr>
        <p:blipFill>
          <a:blip r:embed="rId6">
            <a:alphaModFix/>
          </a:blip>
          <a:stretch>
            <a:fillRect/>
          </a:stretch>
        </p:blipFill>
        <p:spPr>
          <a:xfrm>
            <a:off x="5049025" y="2056774"/>
            <a:ext cx="3790400" cy="10299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89"/>
        <p:cNvGrpSpPr/>
        <p:nvPr/>
      </p:nvGrpSpPr>
      <p:grpSpPr>
        <a:xfrm>
          <a:off x="0" y="0"/>
          <a:ext cx="0" cy="0"/>
          <a:chOff x="0" y="0"/>
          <a:chExt cx="0" cy="0"/>
        </a:xfrm>
      </p:grpSpPr>
      <p:sp>
        <p:nvSpPr>
          <p:cNvPr id="490" name="Google Shape;490;p68"/>
          <p:cNvSpPr txBox="1"/>
          <p:nvPr/>
        </p:nvSpPr>
        <p:spPr>
          <a:xfrm>
            <a:off x="-12" y="2137938"/>
            <a:ext cx="3000000" cy="658800"/>
          </a:xfrm>
          <a:prstGeom prst="rect">
            <a:avLst/>
          </a:prstGeom>
          <a:noFill/>
          <a:ln>
            <a:noFill/>
          </a:ln>
        </p:spPr>
        <p:txBody>
          <a:bodyPr spcFirstLastPara="1" wrap="square" lIns="91425" tIns="91425" rIns="91425" bIns="91425" anchor="t" anchorCtr="0">
            <a:spAutoFit/>
          </a:bodyPr>
          <a:lstStyle/>
          <a:p>
            <a:pPr marL="0" lvl="0" indent="0" algn="l" rtl="0">
              <a:lnSpc>
                <a:spcPct val="120000"/>
              </a:lnSpc>
              <a:spcBef>
                <a:spcPts val="0"/>
              </a:spcBef>
              <a:spcAft>
                <a:spcPts val="0"/>
              </a:spcAft>
              <a:buNone/>
            </a:pPr>
            <a:r>
              <a:rPr lang="en">
                <a:solidFill>
                  <a:srgbClr val="AC6600"/>
                </a:solidFill>
                <a:latin typeface="Barlow"/>
                <a:ea typeface="Barlow"/>
                <a:cs typeface="Barlow"/>
                <a:sym typeface="Barlow"/>
              </a:rPr>
              <a:t>Step 4</a:t>
            </a:r>
            <a:endParaRPr>
              <a:solidFill>
                <a:srgbClr val="AC6600"/>
              </a:solidFill>
              <a:latin typeface="Barlow"/>
              <a:ea typeface="Barlow"/>
              <a:cs typeface="Barlow"/>
              <a:sym typeface="Barlow"/>
            </a:endParaRPr>
          </a:p>
          <a:p>
            <a:pPr marL="0" lvl="0" indent="0" algn="l" rtl="0">
              <a:lnSpc>
                <a:spcPct val="115000"/>
              </a:lnSpc>
              <a:spcBef>
                <a:spcPts val="0"/>
              </a:spcBef>
              <a:spcAft>
                <a:spcPts val="0"/>
              </a:spcAft>
              <a:buNone/>
            </a:pPr>
            <a:endParaRPr>
              <a:solidFill>
                <a:srgbClr val="AC6600"/>
              </a:solidFill>
              <a:latin typeface="Barlow"/>
              <a:ea typeface="Barlow"/>
              <a:cs typeface="Barlow"/>
              <a:sym typeface="Barlow"/>
            </a:endParaRPr>
          </a:p>
        </p:txBody>
      </p:sp>
      <p:sp>
        <p:nvSpPr>
          <p:cNvPr id="491" name="Google Shape;491;p68"/>
          <p:cNvSpPr txBox="1">
            <a:spLocks noGrp="1"/>
          </p:cNvSpPr>
          <p:nvPr>
            <p:ph type="body" idx="6"/>
          </p:nvPr>
        </p:nvSpPr>
        <p:spPr>
          <a:xfrm>
            <a:off x="669725" y="2250450"/>
            <a:ext cx="2089500" cy="3213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sz="1100"/>
              <a:t>Data encoding </a:t>
            </a:r>
            <a:endParaRPr sz="1100"/>
          </a:p>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492" name="Google Shape;492;p68"/>
          <p:cNvSpPr txBox="1"/>
          <p:nvPr/>
        </p:nvSpPr>
        <p:spPr>
          <a:xfrm>
            <a:off x="0" y="0"/>
            <a:ext cx="3000000" cy="658800"/>
          </a:xfrm>
          <a:prstGeom prst="rect">
            <a:avLst/>
          </a:prstGeom>
          <a:noFill/>
          <a:ln>
            <a:noFill/>
          </a:ln>
        </p:spPr>
        <p:txBody>
          <a:bodyPr spcFirstLastPara="1" wrap="square" lIns="91425" tIns="91425" rIns="91425" bIns="91425" anchor="t" anchorCtr="0">
            <a:spAutoFit/>
          </a:bodyPr>
          <a:lstStyle/>
          <a:p>
            <a:pPr marL="0" lvl="0" indent="0" algn="l" rtl="0">
              <a:lnSpc>
                <a:spcPct val="120000"/>
              </a:lnSpc>
              <a:spcBef>
                <a:spcPts val="0"/>
              </a:spcBef>
              <a:spcAft>
                <a:spcPts val="0"/>
              </a:spcAft>
              <a:buNone/>
            </a:pPr>
            <a:r>
              <a:rPr lang="en">
                <a:solidFill>
                  <a:srgbClr val="AC6600"/>
                </a:solidFill>
                <a:latin typeface="Barlow"/>
                <a:ea typeface="Barlow"/>
                <a:cs typeface="Barlow"/>
                <a:sym typeface="Barlow"/>
              </a:rPr>
              <a:t>Step 3</a:t>
            </a:r>
            <a:endParaRPr>
              <a:solidFill>
                <a:srgbClr val="AC6600"/>
              </a:solidFill>
              <a:latin typeface="Barlow"/>
              <a:ea typeface="Barlow"/>
              <a:cs typeface="Barlow"/>
              <a:sym typeface="Barlow"/>
            </a:endParaRPr>
          </a:p>
          <a:p>
            <a:pPr marL="0" lvl="0" indent="0" algn="l" rtl="0">
              <a:lnSpc>
                <a:spcPct val="115000"/>
              </a:lnSpc>
              <a:spcBef>
                <a:spcPts val="0"/>
              </a:spcBef>
              <a:spcAft>
                <a:spcPts val="0"/>
              </a:spcAft>
              <a:buNone/>
            </a:pPr>
            <a:endParaRPr>
              <a:solidFill>
                <a:srgbClr val="AC6600"/>
              </a:solidFill>
              <a:latin typeface="Barlow"/>
              <a:ea typeface="Barlow"/>
              <a:cs typeface="Barlow"/>
              <a:sym typeface="Barlow"/>
            </a:endParaRPr>
          </a:p>
        </p:txBody>
      </p:sp>
      <p:sp>
        <p:nvSpPr>
          <p:cNvPr id="493" name="Google Shape;493;p68"/>
          <p:cNvSpPr txBox="1"/>
          <p:nvPr/>
        </p:nvSpPr>
        <p:spPr>
          <a:xfrm>
            <a:off x="669725" y="5450"/>
            <a:ext cx="2330400" cy="557100"/>
          </a:xfrm>
          <a:prstGeom prst="rect">
            <a:avLst/>
          </a:prstGeom>
          <a:noFill/>
          <a:ln>
            <a:noFill/>
          </a:ln>
        </p:spPr>
        <p:txBody>
          <a:bodyPr spcFirstLastPara="1" wrap="square" lIns="91425" tIns="91425" rIns="91425" bIns="91425" anchor="t" anchorCtr="0">
            <a:spAutoFit/>
          </a:bodyPr>
          <a:lstStyle/>
          <a:p>
            <a:pPr marL="0" lvl="0" indent="0" algn="l" rtl="0">
              <a:lnSpc>
                <a:spcPct val="120000"/>
              </a:lnSpc>
              <a:spcBef>
                <a:spcPts val="0"/>
              </a:spcBef>
              <a:spcAft>
                <a:spcPts val="0"/>
              </a:spcAft>
              <a:buNone/>
            </a:pPr>
            <a:r>
              <a:rPr lang="en" sz="1100">
                <a:solidFill>
                  <a:schemeClr val="lt1"/>
                </a:solidFill>
                <a:latin typeface="Barlow"/>
                <a:ea typeface="Barlow"/>
                <a:cs typeface="Barlow"/>
                <a:sym typeface="Barlow"/>
              </a:rPr>
              <a:t>Handle Missing Values</a:t>
            </a:r>
            <a:endParaRPr sz="1100">
              <a:solidFill>
                <a:schemeClr val="lt1"/>
              </a:solidFill>
              <a:latin typeface="Barlow"/>
              <a:ea typeface="Barlow"/>
              <a:cs typeface="Barlow"/>
              <a:sym typeface="Barlow"/>
            </a:endParaRPr>
          </a:p>
          <a:p>
            <a:pPr marL="0" lvl="0" indent="0" algn="l" rtl="0">
              <a:lnSpc>
                <a:spcPct val="115000"/>
              </a:lnSpc>
              <a:spcBef>
                <a:spcPts val="0"/>
              </a:spcBef>
              <a:spcAft>
                <a:spcPts val="0"/>
              </a:spcAft>
              <a:buNone/>
            </a:pPr>
            <a:endParaRPr sz="1100">
              <a:solidFill>
                <a:schemeClr val="lt1"/>
              </a:solidFill>
              <a:latin typeface="Barlow"/>
              <a:ea typeface="Barlow"/>
              <a:cs typeface="Barlow"/>
              <a:sym typeface="Barlow"/>
            </a:endParaRPr>
          </a:p>
        </p:txBody>
      </p:sp>
      <p:pic>
        <p:nvPicPr>
          <p:cNvPr id="494" name="Google Shape;494;p68"/>
          <p:cNvPicPr preferRelativeResize="0"/>
          <p:nvPr/>
        </p:nvPicPr>
        <p:blipFill>
          <a:blip r:embed="rId3">
            <a:alphaModFix/>
          </a:blip>
          <a:stretch>
            <a:fillRect/>
          </a:stretch>
        </p:blipFill>
        <p:spPr>
          <a:xfrm>
            <a:off x="107500" y="315600"/>
            <a:ext cx="5102799" cy="491232"/>
          </a:xfrm>
          <a:prstGeom prst="rect">
            <a:avLst/>
          </a:prstGeom>
          <a:noFill/>
          <a:ln>
            <a:noFill/>
          </a:ln>
        </p:spPr>
      </p:pic>
      <p:pic>
        <p:nvPicPr>
          <p:cNvPr id="495" name="Google Shape;495;p68"/>
          <p:cNvPicPr preferRelativeResize="0"/>
          <p:nvPr/>
        </p:nvPicPr>
        <p:blipFill>
          <a:blip r:embed="rId4">
            <a:alphaModFix/>
          </a:blip>
          <a:stretch>
            <a:fillRect/>
          </a:stretch>
        </p:blipFill>
        <p:spPr>
          <a:xfrm>
            <a:off x="107511" y="1638969"/>
            <a:ext cx="2634525" cy="401505"/>
          </a:xfrm>
          <a:prstGeom prst="rect">
            <a:avLst/>
          </a:prstGeom>
          <a:noFill/>
          <a:ln>
            <a:noFill/>
          </a:ln>
        </p:spPr>
      </p:pic>
      <p:pic>
        <p:nvPicPr>
          <p:cNvPr id="496" name="Google Shape;496;p68"/>
          <p:cNvPicPr preferRelativeResize="0"/>
          <p:nvPr/>
        </p:nvPicPr>
        <p:blipFill>
          <a:blip r:embed="rId5">
            <a:alphaModFix/>
          </a:blip>
          <a:stretch>
            <a:fillRect/>
          </a:stretch>
        </p:blipFill>
        <p:spPr>
          <a:xfrm>
            <a:off x="5343475" y="315600"/>
            <a:ext cx="3604074" cy="1752975"/>
          </a:xfrm>
          <a:prstGeom prst="rect">
            <a:avLst/>
          </a:prstGeom>
          <a:noFill/>
          <a:ln>
            <a:noFill/>
          </a:ln>
        </p:spPr>
      </p:pic>
      <p:pic>
        <p:nvPicPr>
          <p:cNvPr id="497" name="Google Shape;497;p68"/>
          <p:cNvPicPr preferRelativeResize="0"/>
          <p:nvPr/>
        </p:nvPicPr>
        <p:blipFill>
          <a:blip r:embed="rId6">
            <a:alphaModFix/>
          </a:blip>
          <a:stretch>
            <a:fillRect/>
          </a:stretch>
        </p:blipFill>
        <p:spPr>
          <a:xfrm>
            <a:off x="107498" y="890025"/>
            <a:ext cx="4504676" cy="651475"/>
          </a:xfrm>
          <a:prstGeom prst="rect">
            <a:avLst/>
          </a:prstGeom>
          <a:noFill/>
          <a:ln>
            <a:noFill/>
          </a:ln>
        </p:spPr>
      </p:pic>
      <p:pic>
        <p:nvPicPr>
          <p:cNvPr id="498" name="Google Shape;498;p68"/>
          <p:cNvPicPr preferRelativeResize="0"/>
          <p:nvPr/>
        </p:nvPicPr>
        <p:blipFill>
          <a:blip r:embed="rId7">
            <a:alphaModFix/>
          </a:blip>
          <a:stretch>
            <a:fillRect/>
          </a:stretch>
        </p:blipFill>
        <p:spPr>
          <a:xfrm>
            <a:off x="107500" y="3116900"/>
            <a:ext cx="3357225" cy="1289900"/>
          </a:xfrm>
          <a:prstGeom prst="rect">
            <a:avLst/>
          </a:prstGeom>
          <a:noFill/>
          <a:ln>
            <a:noFill/>
          </a:ln>
        </p:spPr>
      </p:pic>
      <p:pic>
        <p:nvPicPr>
          <p:cNvPr id="499" name="Google Shape;499;p68"/>
          <p:cNvPicPr preferRelativeResize="0"/>
          <p:nvPr/>
        </p:nvPicPr>
        <p:blipFill>
          <a:blip r:embed="rId8">
            <a:alphaModFix/>
          </a:blip>
          <a:stretch>
            <a:fillRect/>
          </a:stretch>
        </p:blipFill>
        <p:spPr>
          <a:xfrm>
            <a:off x="93375" y="2571750"/>
            <a:ext cx="4532936" cy="321300"/>
          </a:xfrm>
          <a:prstGeom prst="rect">
            <a:avLst/>
          </a:prstGeom>
          <a:noFill/>
          <a:ln>
            <a:noFill/>
          </a:ln>
        </p:spPr>
      </p:pic>
      <p:pic>
        <p:nvPicPr>
          <p:cNvPr id="500" name="Google Shape;500;p68"/>
          <p:cNvPicPr preferRelativeResize="0"/>
          <p:nvPr/>
        </p:nvPicPr>
        <p:blipFill>
          <a:blip r:embed="rId9">
            <a:alphaModFix/>
          </a:blip>
          <a:stretch>
            <a:fillRect/>
          </a:stretch>
        </p:blipFill>
        <p:spPr>
          <a:xfrm>
            <a:off x="3710300" y="3116900"/>
            <a:ext cx="5237250" cy="17362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04"/>
        <p:cNvGrpSpPr/>
        <p:nvPr/>
      </p:nvGrpSpPr>
      <p:grpSpPr>
        <a:xfrm>
          <a:off x="0" y="0"/>
          <a:ext cx="0" cy="0"/>
          <a:chOff x="0" y="0"/>
          <a:chExt cx="0" cy="0"/>
        </a:xfrm>
      </p:grpSpPr>
      <p:sp>
        <p:nvSpPr>
          <p:cNvPr id="505" name="Google Shape;505;p69"/>
          <p:cNvSpPr txBox="1">
            <a:spLocks noGrp="1"/>
          </p:cNvSpPr>
          <p:nvPr>
            <p:ph type="title" idx="2"/>
          </p:nvPr>
        </p:nvSpPr>
        <p:spPr>
          <a:xfrm>
            <a:off x="187525" y="283625"/>
            <a:ext cx="8518800" cy="1363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3800"/>
              <a:t>04. Exploratory Data Analysis [EDA]</a:t>
            </a:r>
            <a:endParaRPr sz="3800"/>
          </a:p>
        </p:txBody>
      </p:sp>
      <p:sp>
        <p:nvSpPr>
          <p:cNvPr id="506" name="Google Shape;506;p69"/>
          <p:cNvSpPr txBox="1"/>
          <p:nvPr/>
        </p:nvSpPr>
        <p:spPr>
          <a:xfrm>
            <a:off x="522375" y="1741300"/>
            <a:ext cx="7983300" cy="1363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500">
                <a:solidFill>
                  <a:srgbClr val="D9EAD3"/>
                </a:solidFill>
                <a:latin typeface="Barlow Light"/>
                <a:ea typeface="Barlow Light"/>
                <a:cs typeface="Barlow Light"/>
                <a:sym typeface="Barlow Light"/>
              </a:rPr>
              <a:t>"The exploratory data analysis aims </a:t>
            </a:r>
            <a:r>
              <a:rPr lang="en" sz="1500">
                <a:solidFill>
                  <a:srgbClr val="93C47D"/>
                </a:solidFill>
                <a:latin typeface="Barlow Light"/>
                <a:ea typeface="Barlow Light"/>
                <a:cs typeface="Barlow Light"/>
                <a:sym typeface="Barlow Light"/>
              </a:rPr>
              <a:t>to understand customer purchasing behavior based on the retail sales dataset</a:t>
            </a:r>
            <a:r>
              <a:rPr lang="en" sz="1500">
                <a:solidFill>
                  <a:srgbClr val="D9EAD3"/>
                </a:solidFill>
                <a:latin typeface="Barlow Light"/>
                <a:ea typeface="Barlow Light"/>
                <a:cs typeface="Barlow Light"/>
                <a:sym typeface="Barlow Light"/>
              </a:rPr>
              <a:t>. We examine key features such as quantity, unit price, and total amount, and assess data quality before modeling."</a:t>
            </a:r>
            <a:endParaRPr sz="1500">
              <a:solidFill>
                <a:srgbClr val="D9EAD3"/>
              </a:solidFill>
              <a:latin typeface="Barlow Light"/>
              <a:ea typeface="Barlow Light"/>
              <a:cs typeface="Barlow Light"/>
              <a:sym typeface="Barlow Light"/>
            </a:endParaRPr>
          </a:p>
        </p:txBody>
      </p:sp>
      <p:sp>
        <p:nvSpPr>
          <p:cNvPr id="507" name="Google Shape;507;p69"/>
          <p:cNvSpPr txBox="1"/>
          <p:nvPr/>
        </p:nvSpPr>
        <p:spPr>
          <a:xfrm>
            <a:off x="555775" y="2571750"/>
            <a:ext cx="7782300" cy="60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500">
                <a:solidFill>
                  <a:schemeClr val="dk1"/>
                </a:solidFill>
                <a:latin typeface="Barlow Light"/>
                <a:ea typeface="Barlow Light"/>
                <a:cs typeface="Barlow Light"/>
                <a:sym typeface="Barlow Light"/>
              </a:rPr>
              <a:t>Helps</a:t>
            </a:r>
            <a:r>
              <a:rPr lang="en" sz="1500">
                <a:solidFill>
                  <a:srgbClr val="6AA84F"/>
                </a:solidFill>
                <a:latin typeface="Barlow Light"/>
                <a:ea typeface="Barlow Light"/>
                <a:cs typeface="Barlow Light"/>
                <a:sym typeface="Barlow Light"/>
              </a:rPr>
              <a:t> </a:t>
            </a:r>
            <a:r>
              <a:rPr lang="en" sz="1500">
                <a:solidFill>
                  <a:srgbClr val="93C47D"/>
                </a:solidFill>
                <a:latin typeface="Barlow Light"/>
                <a:ea typeface="Barlow Light"/>
                <a:cs typeface="Barlow Light"/>
                <a:sym typeface="Barlow Light"/>
              </a:rPr>
              <a:t>uncover hidden patterns</a:t>
            </a:r>
            <a:r>
              <a:rPr lang="en" sz="1500">
                <a:solidFill>
                  <a:schemeClr val="dk1"/>
                </a:solidFill>
                <a:latin typeface="Barlow Light"/>
                <a:ea typeface="Barlow Light"/>
                <a:cs typeface="Barlow Light"/>
                <a:sym typeface="Barlow Light"/>
              </a:rPr>
              <a:t> and </a:t>
            </a:r>
            <a:r>
              <a:rPr lang="en" sz="1500">
                <a:solidFill>
                  <a:srgbClr val="93C47D"/>
                </a:solidFill>
                <a:latin typeface="Barlow Light"/>
                <a:ea typeface="Barlow Light"/>
                <a:cs typeface="Barlow Light"/>
                <a:sym typeface="Barlow Light"/>
              </a:rPr>
              <a:t>reveals insights</a:t>
            </a:r>
            <a:r>
              <a:rPr lang="en" sz="1500">
                <a:solidFill>
                  <a:schemeClr val="dk1"/>
                </a:solidFill>
                <a:latin typeface="Barlow Light"/>
                <a:ea typeface="Barlow Light"/>
                <a:cs typeface="Barlow Light"/>
                <a:sym typeface="Barlow Light"/>
              </a:rPr>
              <a:t> about the dataset </a:t>
            </a:r>
            <a:endParaRPr sz="1500">
              <a:solidFill>
                <a:schemeClr val="dk1"/>
              </a:solidFill>
              <a:latin typeface="Barlow Light"/>
              <a:ea typeface="Barlow Light"/>
              <a:cs typeface="Barlow Light"/>
              <a:sym typeface="Barlow Light"/>
            </a:endParaRPr>
          </a:p>
          <a:p>
            <a:pPr marL="0" lvl="0" indent="0" algn="l" rtl="0">
              <a:spcBef>
                <a:spcPts val="0"/>
              </a:spcBef>
              <a:spcAft>
                <a:spcPts val="0"/>
              </a:spcAft>
              <a:buNone/>
            </a:pPr>
            <a:endParaRPr sz="1500">
              <a:solidFill>
                <a:schemeClr val="dk1"/>
              </a:solidFill>
              <a:latin typeface="Barlow Light"/>
              <a:ea typeface="Barlow Light"/>
              <a:cs typeface="Barlow Light"/>
              <a:sym typeface="Barlow Light"/>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82"/>
        <p:cNvGrpSpPr/>
        <p:nvPr/>
      </p:nvGrpSpPr>
      <p:grpSpPr>
        <a:xfrm>
          <a:off x="0" y="0"/>
          <a:ext cx="0" cy="0"/>
          <a:chOff x="0" y="0"/>
          <a:chExt cx="0" cy="0"/>
        </a:xfrm>
      </p:grpSpPr>
      <p:sp>
        <p:nvSpPr>
          <p:cNvPr id="583" name="Google Shape;583;p1"/>
          <p:cNvSpPr txBox="1"/>
          <p:nvPr/>
        </p:nvSpPr>
        <p:spPr>
          <a:xfrm>
            <a:off x="6110800" y="586788"/>
            <a:ext cx="1012500" cy="1077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0"/>
              </a:spcAft>
              <a:buClr>
                <a:srgbClr val="000000"/>
              </a:buClr>
              <a:buSzPts val="700"/>
              <a:buFont typeface="Arial"/>
              <a:buNone/>
            </a:pPr>
            <a:r>
              <a:rPr lang="en" sz="700" b="0" i="0" u="none" strike="noStrike" cap="none">
                <a:solidFill>
                  <a:schemeClr val="dk1"/>
                </a:solidFill>
                <a:latin typeface="Barlow Medium"/>
                <a:ea typeface="Barlow Medium"/>
                <a:cs typeface="Barlow Medium"/>
                <a:sym typeface="Barlow Medium"/>
              </a:rPr>
              <a:t>INDUSTRY VALUE CURVE</a:t>
            </a:r>
            <a:endParaRPr sz="700" b="0" i="0" u="none" strike="noStrike" cap="none">
              <a:solidFill>
                <a:schemeClr val="dk1"/>
              </a:solidFill>
              <a:latin typeface="Barlow Medium"/>
              <a:ea typeface="Barlow Medium"/>
              <a:cs typeface="Barlow Medium"/>
              <a:sym typeface="Barlow Medium"/>
            </a:endParaRPr>
          </a:p>
        </p:txBody>
      </p:sp>
      <p:sp>
        <p:nvSpPr>
          <p:cNvPr id="584" name="Google Shape;584;p1"/>
          <p:cNvSpPr txBox="1"/>
          <p:nvPr/>
        </p:nvSpPr>
        <p:spPr>
          <a:xfrm>
            <a:off x="7401762" y="586788"/>
            <a:ext cx="729000" cy="1077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0"/>
              </a:spcAft>
              <a:buClr>
                <a:srgbClr val="000000"/>
              </a:buClr>
              <a:buSzPts val="700"/>
              <a:buFont typeface="Arial"/>
              <a:buNone/>
            </a:pPr>
            <a:r>
              <a:rPr lang="en" sz="700" b="0" i="0" u="none" strike="noStrike" cap="none">
                <a:solidFill>
                  <a:schemeClr val="dk1"/>
                </a:solidFill>
                <a:latin typeface="Barlow Medium"/>
                <a:ea typeface="Barlow Medium"/>
                <a:cs typeface="Barlow Medium"/>
                <a:sym typeface="Barlow Medium"/>
              </a:rPr>
              <a:t>STRATEGIC MOVE</a:t>
            </a:r>
            <a:endParaRPr sz="700" b="0" i="0" u="none" strike="noStrike" cap="none">
              <a:solidFill>
                <a:schemeClr val="dk1"/>
              </a:solidFill>
              <a:latin typeface="Barlow Medium"/>
              <a:ea typeface="Barlow Medium"/>
              <a:cs typeface="Barlow Medium"/>
              <a:sym typeface="Barlow Medium"/>
            </a:endParaRPr>
          </a:p>
        </p:txBody>
      </p:sp>
      <p:sp>
        <p:nvSpPr>
          <p:cNvPr id="585" name="Google Shape;585;p1"/>
          <p:cNvSpPr txBox="1">
            <a:spLocks noGrp="1"/>
          </p:cNvSpPr>
          <p:nvPr>
            <p:ph type="sldNum" idx="12"/>
          </p:nvPr>
        </p:nvSpPr>
        <p:spPr>
          <a:xfrm>
            <a:off x="8490529" y="250829"/>
            <a:ext cx="348900" cy="178200"/>
          </a:xfrm>
          <a:prstGeom prst="rect">
            <a:avLst/>
          </a:prstGeom>
          <a:noFill/>
          <a:ln>
            <a:noFill/>
          </a:ln>
        </p:spPr>
        <p:txBody>
          <a:bodyPr spcFirstLastPara="1" wrap="square" lIns="91425" tIns="91425" rIns="91425" bIns="91425" anchor="t" anchorCtr="0">
            <a:noAutofit/>
          </a:bodyPr>
          <a:lstStyle/>
          <a:p>
            <a:pPr marL="0" lvl="0" indent="0" algn="r" rtl="0">
              <a:lnSpc>
                <a:spcPct val="100000"/>
              </a:lnSpc>
              <a:spcBef>
                <a:spcPts val="0"/>
              </a:spcBef>
              <a:spcAft>
                <a:spcPts val="0"/>
              </a:spcAft>
              <a:buSzPts val="1100"/>
              <a:buNone/>
            </a:pPr>
            <a:fld id="{00000000-1234-1234-1234-123412341234}" type="slidenum">
              <a:rPr lang="en"/>
              <a:t>12</a:t>
            </a:fld>
            <a:endParaRPr/>
          </a:p>
        </p:txBody>
      </p:sp>
      <p:pic>
        <p:nvPicPr>
          <p:cNvPr id="586" name="Google Shape;586;p1" title="download.png"/>
          <p:cNvPicPr preferRelativeResize="0"/>
          <p:nvPr/>
        </p:nvPicPr>
        <p:blipFill rotWithShape="1">
          <a:blip r:embed="rId3">
            <a:alphaModFix/>
          </a:blip>
          <a:srcRect/>
          <a:stretch/>
        </p:blipFill>
        <p:spPr>
          <a:xfrm>
            <a:off x="210800" y="1831376"/>
            <a:ext cx="3025632" cy="3025632"/>
          </a:xfrm>
          <a:prstGeom prst="rect">
            <a:avLst/>
          </a:prstGeom>
          <a:noFill/>
          <a:ln>
            <a:noFill/>
          </a:ln>
        </p:spPr>
      </p:pic>
      <p:pic>
        <p:nvPicPr>
          <p:cNvPr id="587" name="Google Shape;587;p1"/>
          <p:cNvPicPr preferRelativeResize="0"/>
          <p:nvPr/>
        </p:nvPicPr>
        <p:blipFill rotWithShape="1">
          <a:blip r:embed="rId4">
            <a:alphaModFix/>
          </a:blip>
          <a:srcRect/>
          <a:stretch/>
        </p:blipFill>
        <p:spPr>
          <a:xfrm>
            <a:off x="210800" y="250825"/>
            <a:ext cx="3429000" cy="905775"/>
          </a:xfrm>
          <a:prstGeom prst="rect">
            <a:avLst/>
          </a:prstGeom>
          <a:noFill/>
          <a:ln>
            <a:noFill/>
          </a:ln>
        </p:spPr>
      </p:pic>
      <p:pic>
        <p:nvPicPr>
          <p:cNvPr id="588" name="Google Shape;588;p1"/>
          <p:cNvPicPr preferRelativeResize="0"/>
          <p:nvPr/>
        </p:nvPicPr>
        <p:blipFill rotWithShape="1">
          <a:blip r:embed="rId5">
            <a:alphaModFix/>
          </a:blip>
          <a:srcRect/>
          <a:stretch/>
        </p:blipFill>
        <p:spPr>
          <a:xfrm>
            <a:off x="3996460" y="250825"/>
            <a:ext cx="3734050" cy="1784825"/>
          </a:xfrm>
          <a:prstGeom prst="rect">
            <a:avLst/>
          </a:prstGeom>
          <a:noFill/>
          <a:ln>
            <a:noFill/>
          </a:ln>
        </p:spPr>
      </p:pic>
      <p:pic>
        <p:nvPicPr>
          <p:cNvPr id="589" name="Google Shape;589;p1" title="download.png"/>
          <p:cNvPicPr preferRelativeResize="0"/>
          <p:nvPr/>
        </p:nvPicPr>
        <p:blipFill rotWithShape="1">
          <a:blip r:embed="rId6">
            <a:alphaModFix/>
          </a:blip>
          <a:srcRect/>
          <a:stretch/>
        </p:blipFill>
        <p:spPr>
          <a:xfrm>
            <a:off x="4473273" y="2197300"/>
            <a:ext cx="2780400" cy="27804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90"/>
        <p:cNvGrpSpPr/>
        <p:nvPr/>
      </p:nvGrpSpPr>
      <p:grpSpPr>
        <a:xfrm>
          <a:off x="0" y="0"/>
          <a:ext cx="0" cy="0"/>
          <a:chOff x="0" y="0"/>
          <a:chExt cx="0" cy="0"/>
        </a:xfrm>
      </p:grpSpPr>
      <p:sp>
        <p:nvSpPr>
          <p:cNvPr id="591" name="Google Shape;591;p2"/>
          <p:cNvSpPr txBox="1">
            <a:spLocks noGrp="1"/>
          </p:cNvSpPr>
          <p:nvPr>
            <p:ph type="subTitle" idx="1"/>
          </p:nvPr>
        </p:nvSpPr>
        <p:spPr>
          <a:xfrm>
            <a:off x="690250" y="415625"/>
            <a:ext cx="1261800" cy="2703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pic>
        <p:nvPicPr>
          <p:cNvPr id="592" name="Google Shape;592;p2"/>
          <p:cNvPicPr preferRelativeResize="0"/>
          <p:nvPr/>
        </p:nvPicPr>
        <p:blipFill rotWithShape="1">
          <a:blip r:embed="rId3">
            <a:alphaModFix/>
          </a:blip>
          <a:srcRect/>
          <a:stretch/>
        </p:blipFill>
        <p:spPr>
          <a:xfrm>
            <a:off x="249150" y="218802"/>
            <a:ext cx="4322850" cy="1987100"/>
          </a:xfrm>
          <a:prstGeom prst="rect">
            <a:avLst/>
          </a:prstGeom>
          <a:noFill/>
          <a:ln>
            <a:noFill/>
          </a:ln>
        </p:spPr>
      </p:pic>
      <p:pic>
        <p:nvPicPr>
          <p:cNvPr id="593" name="Google Shape;593;p2" title="download.png"/>
          <p:cNvPicPr preferRelativeResize="0"/>
          <p:nvPr/>
        </p:nvPicPr>
        <p:blipFill rotWithShape="1">
          <a:blip r:embed="rId4">
            <a:alphaModFix/>
          </a:blip>
          <a:srcRect/>
          <a:stretch/>
        </p:blipFill>
        <p:spPr>
          <a:xfrm>
            <a:off x="4700600" y="550875"/>
            <a:ext cx="4322850" cy="43228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94"/>
        <p:cNvGrpSpPr/>
        <p:nvPr/>
      </p:nvGrpSpPr>
      <p:grpSpPr>
        <a:xfrm>
          <a:off x="0" y="0"/>
          <a:ext cx="0" cy="0"/>
          <a:chOff x="0" y="0"/>
          <a:chExt cx="0" cy="0"/>
        </a:xfrm>
      </p:grpSpPr>
      <p:sp>
        <p:nvSpPr>
          <p:cNvPr id="595" name="Google Shape;595;p3"/>
          <p:cNvSpPr txBox="1"/>
          <p:nvPr/>
        </p:nvSpPr>
        <p:spPr>
          <a:xfrm>
            <a:off x="6340195" y="1862975"/>
            <a:ext cx="1628100" cy="8313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 sz="5400" b="0" i="0" u="none" strike="noStrike" cap="none">
                <a:solidFill>
                  <a:schemeClr val="dk1"/>
                </a:solidFill>
                <a:latin typeface="Hepta Slab Light"/>
                <a:ea typeface="Hepta Slab Light"/>
                <a:cs typeface="Hepta Slab Light"/>
                <a:sym typeface="Hepta Slab Light"/>
              </a:rPr>
              <a:t>78</a:t>
            </a:r>
            <a:endParaRPr sz="5400" b="0" i="0" u="none" strike="noStrike" cap="none">
              <a:solidFill>
                <a:schemeClr val="dk1"/>
              </a:solidFill>
              <a:latin typeface="Hepta Slab Light"/>
              <a:ea typeface="Hepta Slab Light"/>
              <a:cs typeface="Hepta Slab Light"/>
              <a:sym typeface="Hepta Slab Light"/>
            </a:endParaRPr>
          </a:p>
        </p:txBody>
      </p:sp>
      <p:sp>
        <p:nvSpPr>
          <p:cNvPr id="596" name="Google Shape;596;p3"/>
          <p:cNvSpPr/>
          <p:nvPr/>
        </p:nvSpPr>
        <p:spPr>
          <a:xfrm>
            <a:off x="1307225" y="3986500"/>
            <a:ext cx="1628100" cy="3693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Barlow Light"/>
              <a:ea typeface="Barlow Light"/>
              <a:cs typeface="Barlow Light"/>
              <a:sym typeface="Barlow Light"/>
            </a:endParaRPr>
          </a:p>
        </p:txBody>
      </p:sp>
      <p:sp>
        <p:nvSpPr>
          <p:cNvPr id="597" name="Google Shape;597;p3"/>
          <p:cNvSpPr/>
          <p:nvPr/>
        </p:nvSpPr>
        <p:spPr>
          <a:xfrm>
            <a:off x="2944050" y="3621675"/>
            <a:ext cx="1628100" cy="7383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Barlow Light"/>
              <a:ea typeface="Barlow Light"/>
              <a:cs typeface="Barlow Light"/>
              <a:sym typeface="Barlow Light"/>
            </a:endParaRPr>
          </a:p>
        </p:txBody>
      </p:sp>
      <p:sp>
        <p:nvSpPr>
          <p:cNvPr id="598" name="Google Shape;598;p3"/>
          <p:cNvSpPr/>
          <p:nvPr/>
        </p:nvSpPr>
        <p:spPr>
          <a:xfrm>
            <a:off x="4581075" y="2930300"/>
            <a:ext cx="1628100" cy="14298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Barlow Light"/>
              <a:ea typeface="Barlow Light"/>
              <a:cs typeface="Barlow Light"/>
              <a:sym typeface="Barlow Light"/>
            </a:endParaRPr>
          </a:p>
        </p:txBody>
      </p:sp>
      <p:sp>
        <p:nvSpPr>
          <p:cNvPr id="599" name="Google Shape;599;p3"/>
          <p:cNvSpPr txBox="1"/>
          <p:nvPr/>
        </p:nvSpPr>
        <p:spPr>
          <a:xfrm>
            <a:off x="1307222" y="4557325"/>
            <a:ext cx="1628100" cy="1077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700"/>
              <a:buFont typeface="Arial"/>
              <a:buNone/>
            </a:pPr>
            <a:r>
              <a:rPr lang="en" sz="700" b="0" i="0" u="none" strike="noStrike" cap="none">
                <a:solidFill>
                  <a:schemeClr val="dk1"/>
                </a:solidFill>
                <a:latin typeface="Barlow Medium"/>
                <a:ea typeface="Barlow Medium"/>
                <a:cs typeface="Barlow Medium"/>
                <a:sym typeface="Barlow Medium"/>
              </a:rPr>
              <a:t>BAR GRAPH INFO 1</a:t>
            </a:r>
            <a:endParaRPr sz="700" b="0" i="0" u="none" strike="noStrike" cap="none">
              <a:solidFill>
                <a:schemeClr val="dk1"/>
              </a:solidFill>
              <a:latin typeface="Barlow Medium"/>
              <a:ea typeface="Barlow Medium"/>
              <a:cs typeface="Barlow Medium"/>
              <a:sym typeface="Barlow Medium"/>
            </a:endParaRPr>
          </a:p>
        </p:txBody>
      </p:sp>
      <p:sp>
        <p:nvSpPr>
          <p:cNvPr id="600" name="Google Shape;600;p3"/>
          <p:cNvSpPr txBox="1"/>
          <p:nvPr/>
        </p:nvSpPr>
        <p:spPr>
          <a:xfrm>
            <a:off x="2934435" y="4557325"/>
            <a:ext cx="1628100" cy="1077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700"/>
              <a:buFont typeface="Arial"/>
              <a:buNone/>
            </a:pPr>
            <a:r>
              <a:rPr lang="en" sz="700" b="0" i="0" u="none" strike="noStrike" cap="none">
                <a:solidFill>
                  <a:schemeClr val="dk1"/>
                </a:solidFill>
                <a:latin typeface="Barlow Medium"/>
                <a:ea typeface="Barlow Medium"/>
                <a:cs typeface="Barlow Medium"/>
                <a:sym typeface="Barlow Medium"/>
              </a:rPr>
              <a:t>BAR GRAPH INFO 1</a:t>
            </a:r>
            <a:endParaRPr sz="700" b="0" i="0" u="none" strike="noStrike" cap="none">
              <a:solidFill>
                <a:schemeClr val="dk1"/>
              </a:solidFill>
              <a:latin typeface="Barlow Medium"/>
              <a:ea typeface="Barlow Medium"/>
              <a:cs typeface="Barlow Medium"/>
              <a:sym typeface="Barlow Medium"/>
            </a:endParaRPr>
          </a:p>
        </p:txBody>
      </p:sp>
      <p:sp>
        <p:nvSpPr>
          <p:cNvPr id="601" name="Google Shape;601;p3"/>
          <p:cNvSpPr txBox="1"/>
          <p:nvPr/>
        </p:nvSpPr>
        <p:spPr>
          <a:xfrm>
            <a:off x="4581065" y="4557325"/>
            <a:ext cx="1628100" cy="1077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700"/>
              <a:buFont typeface="Arial"/>
              <a:buNone/>
            </a:pPr>
            <a:r>
              <a:rPr lang="en" sz="700" b="0" i="0" u="none" strike="noStrike" cap="none">
                <a:solidFill>
                  <a:schemeClr val="dk1"/>
                </a:solidFill>
                <a:latin typeface="Barlow Medium"/>
                <a:ea typeface="Barlow Medium"/>
                <a:cs typeface="Barlow Medium"/>
                <a:sym typeface="Barlow Medium"/>
              </a:rPr>
              <a:t>BAR GRAPH INFO 1</a:t>
            </a:r>
            <a:endParaRPr sz="700" b="0" i="0" u="none" strike="noStrike" cap="none">
              <a:solidFill>
                <a:schemeClr val="dk1"/>
              </a:solidFill>
              <a:latin typeface="Barlow Medium"/>
              <a:ea typeface="Barlow Medium"/>
              <a:cs typeface="Barlow Medium"/>
              <a:sym typeface="Barlow Medium"/>
            </a:endParaRPr>
          </a:p>
        </p:txBody>
      </p:sp>
      <p:sp>
        <p:nvSpPr>
          <p:cNvPr id="602" name="Google Shape;602;p3"/>
          <p:cNvSpPr txBox="1"/>
          <p:nvPr/>
        </p:nvSpPr>
        <p:spPr>
          <a:xfrm>
            <a:off x="6208688" y="4557325"/>
            <a:ext cx="1628100" cy="1077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700"/>
              <a:buFont typeface="Arial"/>
              <a:buNone/>
            </a:pPr>
            <a:r>
              <a:rPr lang="en" sz="700" b="0" i="0" u="none" strike="noStrike" cap="none">
                <a:solidFill>
                  <a:schemeClr val="dk1"/>
                </a:solidFill>
                <a:latin typeface="Barlow Medium"/>
                <a:ea typeface="Barlow Medium"/>
                <a:cs typeface="Barlow Medium"/>
                <a:sym typeface="Barlow Medium"/>
              </a:rPr>
              <a:t>BAR GRAPH INFO 1</a:t>
            </a:r>
            <a:endParaRPr sz="700" b="0" i="0" u="none" strike="noStrike" cap="none">
              <a:solidFill>
                <a:schemeClr val="dk1"/>
              </a:solidFill>
              <a:latin typeface="Barlow Medium"/>
              <a:ea typeface="Barlow Medium"/>
              <a:cs typeface="Barlow Medium"/>
              <a:sym typeface="Barlow Medium"/>
            </a:endParaRPr>
          </a:p>
        </p:txBody>
      </p:sp>
      <p:cxnSp>
        <p:nvCxnSpPr>
          <p:cNvPr id="603" name="Google Shape;603;p3"/>
          <p:cNvCxnSpPr/>
          <p:nvPr/>
        </p:nvCxnSpPr>
        <p:spPr>
          <a:xfrm rot="10800000">
            <a:off x="783775" y="4360100"/>
            <a:ext cx="7579200" cy="0"/>
          </a:xfrm>
          <a:prstGeom prst="straightConnector1">
            <a:avLst/>
          </a:prstGeom>
          <a:noFill/>
          <a:ln w="19050" cap="flat" cmpd="sng">
            <a:solidFill>
              <a:schemeClr val="dk1"/>
            </a:solidFill>
            <a:prstDash val="solid"/>
            <a:round/>
            <a:headEnd type="none" w="sm" len="sm"/>
            <a:tailEnd type="none" w="sm" len="sm"/>
          </a:ln>
        </p:spPr>
      </p:cxnSp>
      <p:sp>
        <p:nvSpPr>
          <p:cNvPr id="604" name="Google Shape;604;p3"/>
          <p:cNvSpPr txBox="1"/>
          <p:nvPr/>
        </p:nvSpPr>
        <p:spPr>
          <a:xfrm>
            <a:off x="783800" y="1389315"/>
            <a:ext cx="579300" cy="1077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700"/>
              <a:buFont typeface="Arial"/>
              <a:buNone/>
            </a:pPr>
            <a:r>
              <a:rPr lang="en" sz="700" b="0" i="0" u="none" strike="noStrike" cap="none">
                <a:solidFill>
                  <a:schemeClr val="dk1"/>
                </a:solidFill>
                <a:latin typeface="Barlow Medium"/>
                <a:ea typeface="Barlow Medium"/>
                <a:cs typeface="Barlow Medium"/>
                <a:sym typeface="Barlow Medium"/>
              </a:rPr>
              <a:t>80</a:t>
            </a:r>
            <a:endParaRPr sz="700" b="0" i="0" u="none" strike="noStrike" cap="none">
              <a:solidFill>
                <a:schemeClr val="dk1"/>
              </a:solidFill>
              <a:latin typeface="Barlow Medium"/>
              <a:ea typeface="Barlow Medium"/>
              <a:cs typeface="Barlow Medium"/>
              <a:sym typeface="Barlow Medium"/>
            </a:endParaRPr>
          </a:p>
        </p:txBody>
      </p:sp>
      <p:sp>
        <p:nvSpPr>
          <p:cNvPr id="605" name="Google Shape;605;p3"/>
          <p:cNvSpPr txBox="1"/>
          <p:nvPr/>
        </p:nvSpPr>
        <p:spPr>
          <a:xfrm>
            <a:off x="783800" y="1755265"/>
            <a:ext cx="579300" cy="1077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700"/>
              <a:buFont typeface="Arial"/>
              <a:buNone/>
            </a:pPr>
            <a:r>
              <a:rPr lang="en" sz="700" b="0" i="0" u="none" strike="noStrike" cap="none">
                <a:solidFill>
                  <a:schemeClr val="dk1"/>
                </a:solidFill>
                <a:latin typeface="Barlow Medium"/>
                <a:ea typeface="Barlow Medium"/>
                <a:cs typeface="Barlow Medium"/>
                <a:sym typeface="Barlow Medium"/>
              </a:rPr>
              <a:t>70</a:t>
            </a:r>
            <a:endParaRPr sz="700" b="0" i="0" u="none" strike="noStrike" cap="none">
              <a:solidFill>
                <a:schemeClr val="dk1"/>
              </a:solidFill>
              <a:latin typeface="Barlow Medium"/>
              <a:ea typeface="Barlow Medium"/>
              <a:cs typeface="Barlow Medium"/>
              <a:sym typeface="Barlow Medium"/>
            </a:endParaRPr>
          </a:p>
        </p:txBody>
      </p:sp>
      <p:sp>
        <p:nvSpPr>
          <p:cNvPr id="606" name="Google Shape;606;p3"/>
          <p:cNvSpPr txBox="1"/>
          <p:nvPr/>
        </p:nvSpPr>
        <p:spPr>
          <a:xfrm>
            <a:off x="783800" y="2121228"/>
            <a:ext cx="579300" cy="1077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700"/>
              <a:buFont typeface="Arial"/>
              <a:buNone/>
            </a:pPr>
            <a:r>
              <a:rPr lang="en" sz="700" b="0" i="0" u="none" strike="noStrike" cap="none">
                <a:solidFill>
                  <a:schemeClr val="dk1"/>
                </a:solidFill>
                <a:latin typeface="Barlow Medium"/>
                <a:ea typeface="Barlow Medium"/>
                <a:cs typeface="Barlow Medium"/>
                <a:sym typeface="Barlow Medium"/>
              </a:rPr>
              <a:t>60</a:t>
            </a:r>
            <a:endParaRPr sz="700" b="0" i="0" u="none" strike="noStrike" cap="none">
              <a:solidFill>
                <a:schemeClr val="dk1"/>
              </a:solidFill>
              <a:latin typeface="Barlow Medium"/>
              <a:ea typeface="Barlow Medium"/>
              <a:cs typeface="Barlow Medium"/>
              <a:sym typeface="Barlow Medium"/>
            </a:endParaRPr>
          </a:p>
        </p:txBody>
      </p:sp>
      <p:sp>
        <p:nvSpPr>
          <p:cNvPr id="607" name="Google Shape;607;p3"/>
          <p:cNvSpPr txBox="1"/>
          <p:nvPr/>
        </p:nvSpPr>
        <p:spPr>
          <a:xfrm>
            <a:off x="783800" y="2487178"/>
            <a:ext cx="579300" cy="1077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700"/>
              <a:buFont typeface="Arial"/>
              <a:buNone/>
            </a:pPr>
            <a:r>
              <a:rPr lang="en" sz="700" b="0" i="0" u="none" strike="noStrike" cap="none">
                <a:solidFill>
                  <a:schemeClr val="dk1"/>
                </a:solidFill>
                <a:latin typeface="Barlow Medium"/>
                <a:ea typeface="Barlow Medium"/>
                <a:cs typeface="Barlow Medium"/>
                <a:sym typeface="Barlow Medium"/>
              </a:rPr>
              <a:t>50</a:t>
            </a:r>
            <a:endParaRPr sz="700" b="0" i="0" u="none" strike="noStrike" cap="none">
              <a:solidFill>
                <a:schemeClr val="dk1"/>
              </a:solidFill>
              <a:latin typeface="Barlow Medium"/>
              <a:ea typeface="Barlow Medium"/>
              <a:cs typeface="Barlow Medium"/>
              <a:sym typeface="Barlow Medium"/>
            </a:endParaRPr>
          </a:p>
        </p:txBody>
      </p:sp>
      <p:sp>
        <p:nvSpPr>
          <p:cNvPr id="608" name="Google Shape;608;p3"/>
          <p:cNvSpPr txBox="1"/>
          <p:nvPr/>
        </p:nvSpPr>
        <p:spPr>
          <a:xfrm>
            <a:off x="783800" y="2853128"/>
            <a:ext cx="579300" cy="1077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700"/>
              <a:buFont typeface="Arial"/>
              <a:buNone/>
            </a:pPr>
            <a:r>
              <a:rPr lang="en" sz="700" b="0" i="0" u="none" strike="noStrike" cap="none">
                <a:solidFill>
                  <a:schemeClr val="dk1"/>
                </a:solidFill>
                <a:latin typeface="Barlow Medium"/>
                <a:ea typeface="Barlow Medium"/>
                <a:cs typeface="Barlow Medium"/>
                <a:sym typeface="Barlow Medium"/>
              </a:rPr>
              <a:t>40</a:t>
            </a:r>
            <a:endParaRPr sz="700" b="0" i="0" u="none" strike="noStrike" cap="none">
              <a:solidFill>
                <a:schemeClr val="dk1"/>
              </a:solidFill>
              <a:latin typeface="Barlow Medium"/>
              <a:ea typeface="Barlow Medium"/>
              <a:cs typeface="Barlow Medium"/>
              <a:sym typeface="Barlow Medium"/>
            </a:endParaRPr>
          </a:p>
        </p:txBody>
      </p:sp>
      <p:sp>
        <p:nvSpPr>
          <p:cNvPr id="609" name="Google Shape;609;p3"/>
          <p:cNvSpPr txBox="1"/>
          <p:nvPr/>
        </p:nvSpPr>
        <p:spPr>
          <a:xfrm>
            <a:off x="783800" y="3219078"/>
            <a:ext cx="579300" cy="1077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700"/>
              <a:buFont typeface="Arial"/>
              <a:buNone/>
            </a:pPr>
            <a:r>
              <a:rPr lang="en" sz="700" b="0" i="0" u="none" strike="noStrike" cap="none">
                <a:solidFill>
                  <a:schemeClr val="dk1"/>
                </a:solidFill>
                <a:latin typeface="Barlow Medium"/>
                <a:ea typeface="Barlow Medium"/>
                <a:cs typeface="Barlow Medium"/>
                <a:sym typeface="Barlow Medium"/>
              </a:rPr>
              <a:t>30</a:t>
            </a:r>
            <a:endParaRPr sz="700" b="0" i="0" u="none" strike="noStrike" cap="none">
              <a:solidFill>
                <a:schemeClr val="dk1"/>
              </a:solidFill>
              <a:latin typeface="Barlow Medium"/>
              <a:ea typeface="Barlow Medium"/>
              <a:cs typeface="Barlow Medium"/>
              <a:sym typeface="Barlow Medium"/>
            </a:endParaRPr>
          </a:p>
        </p:txBody>
      </p:sp>
      <p:sp>
        <p:nvSpPr>
          <p:cNvPr id="610" name="Google Shape;610;p3"/>
          <p:cNvSpPr txBox="1"/>
          <p:nvPr/>
        </p:nvSpPr>
        <p:spPr>
          <a:xfrm>
            <a:off x="783800" y="3585028"/>
            <a:ext cx="579300" cy="1077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700"/>
              <a:buFont typeface="Arial"/>
              <a:buNone/>
            </a:pPr>
            <a:r>
              <a:rPr lang="en" sz="700" b="0" i="0" u="none" strike="noStrike" cap="none">
                <a:solidFill>
                  <a:schemeClr val="dk1"/>
                </a:solidFill>
                <a:latin typeface="Barlow Medium"/>
                <a:ea typeface="Barlow Medium"/>
                <a:cs typeface="Barlow Medium"/>
                <a:sym typeface="Barlow Medium"/>
              </a:rPr>
              <a:t>20</a:t>
            </a:r>
            <a:endParaRPr sz="700" b="0" i="0" u="none" strike="noStrike" cap="none">
              <a:solidFill>
                <a:schemeClr val="dk1"/>
              </a:solidFill>
              <a:latin typeface="Barlow Medium"/>
              <a:ea typeface="Barlow Medium"/>
              <a:cs typeface="Barlow Medium"/>
              <a:sym typeface="Barlow Medium"/>
            </a:endParaRPr>
          </a:p>
        </p:txBody>
      </p:sp>
      <p:sp>
        <p:nvSpPr>
          <p:cNvPr id="611" name="Google Shape;611;p3"/>
          <p:cNvSpPr txBox="1"/>
          <p:nvPr/>
        </p:nvSpPr>
        <p:spPr>
          <a:xfrm>
            <a:off x="783800" y="3950978"/>
            <a:ext cx="579300" cy="1077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700"/>
              <a:buFont typeface="Arial"/>
              <a:buNone/>
            </a:pPr>
            <a:r>
              <a:rPr lang="en" sz="700" b="0" i="0" u="none" strike="noStrike" cap="none">
                <a:solidFill>
                  <a:schemeClr val="dk1"/>
                </a:solidFill>
                <a:latin typeface="Barlow Medium"/>
                <a:ea typeface="Barlow Medium"/>
                <a:cs typeface="Barlow Medium"/>
                <a:sym typeface="Barlow Medium"/>
              </a:rPr>
              <a:t>10</a:t>
            </a:r>
            <a:endParaRPr sz="700" b="0" i="0" u="none" strike="noStrike" cap="none">
              <a:solidFill>
                <a:schemeClr val="dk1"/>
              </a:solidFill>
              <a:latin typeface="Barlow Medium"/>
              <a:ea typeface="Barlow Medium"/>
              <a:cs typeface="Barlow Medium"/>
              <a:sym typeface="Barlow Medium"/>
            </a:endParaRPr>
          </a:p>
        </p:txBody>
      </p:sp>
      <p:sp>
        <p:nvSpPr>
          <p:cNvPr id="612" name="Google Shape;612;p3"/>
          <p:cNvSpPr txBox="1">
            <a:spLocks noGrp="1"/>
          </p:cNvSpPr>
          <p:nvPr>
            <p:ph type="sldNum" idx="12"/>
          </p:nvPr>
        </p:nvSpPr>
        <p:spPr>
          <a:xfrm>
            <a:off x="8490529" y="250829"/>
            <a:ext cx="348900" cy="178200"/>
          </a:xfrm>
          <a:prstGeom prst="rect">
            <a:avLst/>
          </a:prstGeom>
          <a:noFill/>
          <a:ln>
            <a:noFill/>
          </a:ln>
        </p:spPr>
        <p:txBody>
          <a:bodyPr spcFirstLastPara="1" wrap="square" lIns="91425" tIns="91425" rIns="91425" bIns="91425" anchor="t" anchorCtr="0">
            <a:noAutofit/>
          </a:bodyPr>
          <a:lstStyle/>
          <a:p>
            <a:pPr marL="0" lvl="0" indent="0" algn="r" rtl="0">
              <a:lnSpc>
                <a:spcPct val="100000"/>
              </a:lnSpc>
              <a:spcBef>
                <a:spcPts val="0"/>
              </a:spcBef>
              <a:spcAft>
                <a:spcPts val="0"/>
              </a:spcAft>
              <a:buSzPts val="1100"/>
              <a:buNone/>
            </a:pPr>
            <a:fld id="{00000000-1234-1234-1234-123412341234}" type="slidenum">
              <a:rPr lang="en"/>
              <a:t>14</a:t>
            </a:fld>
            <a:endParaRPr/>
          </a:p>
        </p:txBody>
      </p:sp>
      <p:pic>
        <p:nvPicPr>
          <p:cNvPr id="613" name="Google Shape;613;p3"/>
          <p:cNvPicPr preferRelativeResize="0"/>
          <p:nvPr/>
        </p:nvPicPr>
        <p:blipFill rotWithShape="1">
          <a:blip r:embed="rId3">
            <a:alphaModFix/>
          </a:blip>
          <a:srcRect/>
          <a:stretch/>
        </p:blipFill>
        <p:spPr>
          <a:xfrm>
            <a:off x="137301" y="145624"/>
            <a:ext cx="3405949" cy="2637245"/>
          </a:xfrm>
          <a:prstGeom prst="rect">
            <a:avLst/>
          </a:prstGeom>
          <a:noFill/>
          <a:ln>
            <a:noFill/>
          </a:ln>
        </p:spPr>
      </p:pic>
      <p:pic>
        <p:nvPicPr>
          <p:cNvPr id="614" name="Google Shape;614;p3" title="download.png"/>
          <p:cNvPicPr preferRelativeResize="0"/>
          <p:nvPr/>
        </p:nvPicPr>
        <p:blipFill rotWithShape="1">
          <a:blip r:embed="rId4">
            <a:alphaModFix/>
          </a:blip>
          <a:srcRect/>
          <a:stretch/>
        </p:blipFill>
        <p:spPr>
          <a:xfrm>
            <a:off x="3929251" y="354888"/>
            <a:ext cx="4433726" cy="4433726"/>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53"/>
        <p:cNvGrpSpPr/>
        <p:nvPr/>
      </p:nvGrpSpPr>
      <p:grpSpPr>
        <a:xfrm>
          <a:off x="0" y="0"/>
          <a:ext cx="0" cy="0"/>
          <a:chOff x="0" y="0"/>
          <a:chExt cx="0" cy="0"/>
        </a:xfrm>
      </p:grpSpPr>
      <p:sp>
        <p:nvSpPr>
          <p:cNvPr id="554" name="Google Shape;554;p73"/>
          <p:cNvSpPr txBox="1">
            <a:spLocks noGrp="1"/>
          </p:cNvSpPr>
          <p:nvPr>
            <p:ph type="title" idx="2"/>
          </p:nvPr>
        </p:nvSpPr>
        <p:spPr>
          <a:xfrm>
            <a:off x="697350" y="241100"/>
            <a:ext cx="7749300" cy="1081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3800">
                <a:solidFill>
                  <a:srgbClr val="F2CA2B"/>
                </a:solidFill>
              </a:rPr>
              <a:t>05. Insights</a:t>
            </a:r>
            <a:endParaRPr sz="3800">
              <a:solidFill>
                <a:srgbClr val="F2CA2B"/>
              </a:solidFill>
            </a:endParaRPr>
          </a:p>
        </p:txBody>
      </p:sp>
      <p:sp>
        <p:nvSpPr>
          <p:cNvPr id="555" name="Google Shape;555;p73"/>
          <p:cNvSpPr txBox="1"/>
          <p:nvPr/>
        </p:nvSpPr>
        <p:spPr>
          <a:xfrm>
            <a:off x="616150" y="1178725"/>
            <a:ext cx="8130600" cy="2679000"/>
          </a:xfrm>
          <a:prstGeom prst="rect">
            <a:avLst/>
          </a:prstGeom>
          <a:noFill/>
          <a:ln>
            <a:noFill/>
          </a:ln>
        </p:spPr>
        <p:txBody>
          <a:bodyPr spcFirstLastPara="1" wrap="square" lIns="91425" tIns="91425" rIns="91425" bIns="91425" anchor="t" anchorCtr="0">
            <a:noAutofit/>
          </a:bodyPr>
          <a:lstStyle/>
          <a:p>
            <a:pPr marL="457200" lvl="0" indent="-317500" algn="l" rtl="0">
              <a:spcBef>
                <a:spcPts val="0"/>
              </a:spcBef>
              <a:spcAft>
                <a:spcPts val="0"/>
              </a:spcAft>
              <a:buSzPts val="1400"/>
              <a:buChar char="●"/>
            </a:pPr>
            <a:r>
              <a:rPr lang="en" b="1">
                <a:solidFill>
                  <a:schemeClr val="lt1"/>
                </a:solidFill>
              </a:rPr>
              <a:t>s</a:t>
            </a:r>
            <a:endParaRPr sz="2000" b="1">
              <a:solidFill>
                <a:srgbClr val="FFE599"/>
              </a:solidFill>
              <a:latin typeface="Hepta Slab"/>
              <a:ea typeface="Hepta Slab"/>
              <a:cs typeface="Hepta Slab"/>
              <a:sym typeface="Hepta Slab"/>
            </a:endParaRPr>
          </a:p>
          <a:p>
            <a:pPr marL="457200" lvl="0" indent="-336550" algn="l" rtl="0">
              <a:spcBef>
                <a:spcPts val="0"/>
              </a:spcBef>
              <a:spcAft>
                <a:spcPts val="0"/>
              </a:spcAft>
              <a:buClr>
                <a:srgbClr val="FFE599"/>
              </a:buClr>
              <a:buSzPts val="1700"/>
              <a:buChar char="●"/>
            </a:pPr>
            <a:r>
              <a:rPr lang="en" sz="1700">
                <a:solidFill>
                  <a:srgbClr val="F2CA2B"/>
                </a:solidFill>
                <a:latin typeface="Hepta Slab"/>
                <a:ea typeface="Hepta Slab"/>
                <a:cs typeface="Hepta Slab"/>
                <a:sym typeface="Hepta Slab"/>
              </a:rPr>
              <a:t>📊 </a:t>
            </a:r>
            <a:r>
              <a:rPr lang="en" sz="1700" b="1">
                <a:solidFill>
                  <a:srgbClr val="FFE599"/>
                </a:solidFill>
                <a:latin typeface="Hepta Slab"/>
                <a:ea typeface="Hepta Slab"/>
                <a:cs typeface="Hepta Slab"/>
                <a:sym typeface="Hepta Slab"/>
              </a:rPr>
              <a:t>Customer Insights</a:t>
            </a:r>
            <a:endParaRPr sz="1700" b="1">
              <a:solidFill>
                <a:srgbClr val="FFE599"/>
              </a:solidFill>
            </a:endParaRPr>
          </a:p>
          <a:p>
            <a:pPr marL="457200" lvl="0" indent="-336550" algn="l" rtl="0">
              <a:spcBef>
                <a:spcPts val="0"/>
              </a:spcBef>
              <a:spcAft>
                <a:spcPts val="0"/>
              </a:spcAft>
              <a:buClr>
                <a:srgbClr val="FFE599"/>
              </a:buClr>
              <a:buSzPts val="1700"/>
              <a:buChar char="●"/>
            </a:pPr>
            <a:endParaRPr sz="1700">
              <a:solidFill>
                <a:srgbClr val="F2CA2B"/>
              </a:solidFill>
              <a:latin typeface="Hepta Slab"/>
              <a:ea typeface="Hepta Slab"/>
              <a:cs typeface="Hepta Slab"/>
              <a:sym typeface="Hepta Slab"/>
            </a:endParaRPr>
          </a:p>
          <a:p>
            <a:pPr marL="457200" lvl="0" indent="-336550" algn="l" rtl="0">
              <a:spcBef>
                <a:spcPts val="0"/>
              </a:spcBef>
              <a:spcAft>
                <a:spcPts val="0"/>
              </a:spcAft>
              <a:buClr>
                <a:srgbClr val="FFE599"/>
              </a:buClr>
              <a:buSzPts val="1700"/>
              <a:buChar char="●"/>
            </a:pPr>
            <a:r>
              <a:rPr lang="en">
                <a:solidFill>
                  <a:schemeClr val="lt1"/>
                </a:solidFill>
              </a:rPr>
              <a:t>🛍️</a:t>
            </a:r>
            <a:r>
              <a:rPr lang="en" sz="1700">
                <a:solidFill>
                  <a:srgbClr val="FFE599"/>
                </a:solidFill>
              </a:rPr>
              <a:t> </a:t>
            </a:r>
            <a:r>
              <a:rPr lang="en" sz="1700" b="1">
                <a:solidFill>
                  <a:srgbClr val="FFE599"/>
                </a:solidFill>
              </a:rPr>
              <a:t>Product Insight</a:t>
            </a:r>
            <a:endParaRPr sz="1700" b="1">
              <a:solidFill>
                <a:srgbClr val="FFE599"/>
              </a:solidFill>
              <a:latin typeface="Hepta Slab"/>
              <a:ea typeface="Hepta Slab"/>
              <a:cs typeface="Hepta Slab"/>
              <a:sym typeface="Hepta Slab"/>
            </a:endParaRPr>
          </a:p>
          <a:p>
            <a:pPr marL="457200" lvl="0" indent="-336550" algn="l" rtl="0">
              <a:spcBef>
                <a:spcPts val="0"/>
              </a:spcBef>
              <a:spcAft>
                <a:spcPts val="0"/>
              </a:spcAft>
              <a:buClr>
                <a:srgbClr val="FFE599"/>
              </a:buClr>
              <a:buSzPts val="1700"/>
              <a:buFont typeface="Hepta Slab"/>
              <a:buChar char="●"/>
            </a:pPr>
            <a:endParaRPr sz="1700" b="1">
              <a:solidFill>
                <a:srgbClr val="FFE599"/>
              </a:solidFill>
              <a:latin typeface="Hepta Slab"/>
              <a:ea typeface="Hepta Slab"/>
              <a:cs typeface="Hepta Slab"/>
              <a:sym typeface="Hepta Slab"/>
            </a:endParaRPr>
          </a:p>
          <a:p>
            <a:pPr marL="457200" lvl="0" indent="-336550" algn="l" rtl="0">
              <a:spcBef>
                <a:spcPts val="0"/>
              </a:spcBef>
              <a:spcAft>
                <a:spcPts val="0"/>
              </a:spcAft>
              <a:buClr>
                <a:srgbClr val="FFE599"/>
              </a:buClr>
              <a:buSzPts val="1700"/>
              <a:buFont typeface="Hepta Slab"/>
              <a:buChar char="●"/>
            </a:pPr>
            <a:r>
              <a:rPr lang="en" sz="1700">
                <a:solidFill>
                  <a:srgbClr val="FFE599"/>
                </a:solidFill>
              </a:rPr>
              <a:t>📅 </a:t>
            </a:r>
            <a:r>
              <a:rPr lang="en" sz="1700" b="1">
                <a:solidFill>
                  <a:srgbClr val="FFE599"/>
                </a:solidFill>
              </a:rPr>
              <a:t>Time-Based Insights</a:t>
            </a:r>
            <a:endParaRPr sz="1700" b="1">
              <a:solidFill>
                <a:srgbClr val="FFE599"/>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559"/>
        <p:cNvGrpSpPr/>
        <p:nvPr/>
      </p:nvGrpSpPr>
      <p:grpSpPr>
        <a:xfrm>
          <a:off x="0" y="0"/>
          <a:ext cx="0" cy="0"/>
          <a:chOff x="0" y="0"/>
          <a:chExt cx="0" cy="0"/>
        </a:xfrm>
      </p:grpSpPr>
      <p:sp>
        <p:nvSpPr>
          <p:cNvPr id="560" name="Google Shape;560;p74"/>
          <p:cNvSpPr txBox="1">
            <a:spLocks noGrp="1"/>
          </p:cNvSpPr>
          <p:nvPr>
            <p:ph type="body" idx="14"/>
          </p:nvPr>
        </p:nvSpPr>
        <p:spPr>
          <a:xfrm>
            <a:off x="279675" y="429025"/>
            <a:ext cx="7556100" cy="2973300"/>
          </a:xfrm>
          <a:prstGeom prst="rect">
            <a:avLst/>
          </a:prstGeom>
        </p:spPr>
        <p:txBody>
          <a:bodyPr spcFirstLastPara="1" wrap="square" lIns="91425" tIns="91425" rIns="91425" bIns="91425" anchor="t" anchorCtr="0">
            <a:noAutofit/>
          </a:bodyPr>
          <a:lstStyle/>
          <a:p>
            <a:pPr marL="457200" lvl="0" indent="-387350" algn="l" rtl="0">
              <a:spcBef>
                <a:spcPts val="0"/>
              </a:spcBef>
              <a:spcAft>
                <a:spcPts val="0"/>
              </a:spcAft>
              <a:buClr>
                <a:srgbClr val="7F6000"/>
              </a:buClr>
              <a:buSzPts val="2500"/>
              <a:buAutoNum type="arabicPeriod"/>
            </a:pPr>
            <a:r>
              <a:rPr lang="en" sz="2500">
                <a:solidFill>
                  <a:srgbClr val="7F6000"/>
                </a:solidFill>
              </a:rPr>
              <a:t>“Customers aged 45–55 make up the largest segment .”</a:t>
            </a:r>
            <a:br>
              <a:rPr lang="en" sz="2500">
                <a:solidFill>
                  <a:srgbClr val="7F6000"/>
                </a:solidFill>
              </a:rPr>
            </a:br>
            <a:endParaRPr sz="2500">
              <a:solidFill>
                <a:srgbClr val="7F6000"/>
              </a:solidFill>
            </a:endParaRPr>
          </a:p>
          <a:p>
            <a:pPr marL="457200" lvl="0" indent="-387350" algn="l" rtl="0">
              <a:spcBef>
                <a:spcPts val="0"/>
              </a:spcBef>
              <a:spcAft>
                <a:spcPts val="0"/>
              </a:spcAft>
              <a:buClr>
                <a:srgbClr val="7F6000"/>
              </a:buClr>
              <a:buSzPts val="2500"/>
              <a:buAutoNum type="arabicPeriod"/>
            </a:pPr>
            <a:r>
              <a:rPr lang="en" sz="2500">
                <a:solidFill>
                  <a:srgbClr val="7F6000"/>
                </a:solidFill>
              </a:rPr>
              <a:t>“Electronics generate the most revenue, while beauty products are sold in higher quantities.”</a:t>
            </a:r>
            <a:br>
              <a:rPr lang="en" sz="2500">
                <a:solidFill>
                  <a:srgbClr val="7F6000"/>
                </a:solidFill>
              </a:rPr>
            </a:br>
            <a:endParaRPr sz="2500">
              <a:solidFill>
                <a:srgbClr val="7F6000"/>
              </a:solidFill>
            </a:endParaRPr>
          </a:p>
          <a:p>
            <a:pPr marL="457200" lvl="0" indent="-387350" algn="l" rtl="0">
              <a:spcBef>
                <a:spcPts val="0"/>
              </a:spcBef>
              <a:spcAft>
                <a:spcPts val="0"/>
              </a:spcAft>
              <a:buClr>
                <a:srgbClr val="7F6000"/>
              </a:buClr>
              <a:buSzPts val="2500"/>
              <a:buAutoNum type="arabicPeriod"/>
            </a:pPr>
            <a:r>
              <a:rPr lang="en" sz="2500">
                <a:solidFill>
                  <a:srgbClr val="7F6000"/>
                </a:solidFill>
              </a:rPr>
              <a:t>“Sales spike on weekends, suggesting strong weekend shopping behavior.”</a:t>
            </a:r>
            <a:br>
              <a:rPr lang="en" sz="2500">
                <a:solidFill>
                  <a:srgbClr val="7F6000"/>
                </a:solidFill>
              </a:rPr>
            </a:br>
            <a:endParaRPr sz="2500">
              <a:solidFill>
                <a:srgbClr val="7F6000"/>
              </a:solidFill>
            </a:endParaRPr>
          </a:p>
          <a:p>
            <a:pPr marL="457200" lvl="0" indent="-406400" algn="l" rtl="0">
              <a:spcBef>
                <a:spcPts val="0"/>
              </a:spcBef>
              <a:spcAft>
                <a:spcPts val="0"/>
              </a:spcAft>
              <a:buClr>
                <a:srgbClr val="7F6000"/>
              </a:buClr>
              <a:buSzPts val="2800"/>
              <a:buAutoNum type="arabicPeriod"/>
            </a:pPr>
            <a:r>
              <a:rPr lang="en" sz="2500">
                <a:solidFill>
                  <a:srgbClr val="7F6000"/>
                </a:solidFill>
              </a:rPr>
              <a:t>“Male &amp; Female customers spend equally  per transaction on average</a:t>
            </a:r>
            <a:r>
              <a:rPr lang="en">
                <a:solidFill>
                  <a:srgbClr val="7F6000"/>
                </a:solidFill>
              </a:rPr>
              <a:t>.”</a:t>
            </a:r>
            <a:endParaRPr>
              <a:solidFill>
                <a:srgbClr val="7F6000"/>
              </a:solidFill>
            </a:endParaRPr>
          </a:p>
          <a:p>
            <a:pPr marL="0" lvl="0" indent="0" algn="l" rtl="0">
              <a:spcBef>
                <a:spcPts val="0"/>
              </a:spcBef>
              <a:spcAft>
                <a:spcPts val="0"/>
              </a:spcAft>
              <a:buNone/>
            </a:pPr>
            <a:endParaRPr/>
          </a:p>
        </p:txBody>
      </p:sp>
      <p:sp>
        <p:nvSpPr>
          <p:cNvPr id="561" name="Google Shape;561;p74"/>
          <p:cNvSpPr txBox="1">
            <a:spLocks noGrp="1"/>
          </p:cNvSpPr>
          <p:nvPr>
            <p:ph type="sldNum" idx="12"/>
          </p:nvPr>
        </p:nvSpPr>
        <p:spPr>
          <a:xfrm>
            <a:off x="8490529" y="250829"/>
            <a:ext cx="348900" cy="1782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16</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65"/>
        <p:cNvGrpSpPr/>
        <p:nvPr/>
      </p:nvGrpSpPr>
      <p:grpSpPr>
        <a:xfrm>
          <a:off x="0" y="0"/>
          <a:ext cx="0" cy="0"/>
          <a:chOff x="0" y="0"/>
          <a:chExt cx="0" cy="0"/>
        </a:xfrm>
      </p:grpSpPr>
      <p:sp>
        <p:nvSpPr>
          <p:cNvPr id="566" name="Google Shape;566;p75"/>
          <p:cNvSpPr txBox="1">
            <a:spLocks noGrp="1"/>
          </p:cNvSpPr>
          <p:nvPr>
            <p:ph type="title"/>
          </p:nvPr>
        </p:nvSpPr>
        <p:spPr>
          <a:xfrm>
            <a:off x="214700" y="1722150"/>
            <a:ext cx="4045200" cy="849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4500">
                <a:solidFill>
                  <a:srgbClr val="EA9999"/>
                </a:solidFill>
              </a:rPr>
              <a:t>Conclusion</a:t>
            </a:r>
            <a:endParaRPr sz="4500">
              <a:solidFill>
                <a:srgbClr val="EA9999"/>
              </a:solidFill>
            </a:endParaRPr>
          </a:p>
        </p:txBody>
      </p:sp>
      <p:sp>
        <p:nvSpPr>
          <p:cNvPr id="567" name="Google Shape;567;p75"/>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In summary , we’ve analysed customer transaction dataset and found insights and patterns about sales , customer’s buying habits etc . To get useful insights that can be used in building sales strategies,enhance customer targeting and improve inventory management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579"/>
        <p:cNvGrpSpPr/>
        <p:nvPr/>
      </p:nvGrpSpPr>
      <p:grpSpPr>
        <a:xfrm>
          <a:off x="0" y="0"/>
          <a:ext cx="0" cy="0"/>
          <a:chOff x="0" y="0"/>
          <a:chExt cx="0" cy="0"/>
        </a:xfrm>
      </p:grpSpPr>
      <p:sp>
        <p:nvSpPr>
          <p:cNvPr id="580" name="Google Shape;580;p77"/>
          <p:cNvSpPr txBox="1">
            <a:spLocks noGrp="1"/>
          </p:cNvSpPr>
          <p:nvPr>
            <p:ph type="title"/>
          </p:nvPr>
        </p:nvSpPr>
        <p:spPr>
          <a:xfrm>
            <a:off x="455221" y="1321125"/>
            <a:ext cx="5094600" cy="1749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THANK YOU</a:t>
            </a:r>
            <a:endParaRPr/>
          </a:p>
        </p:txBody>
      </p:sp>
    </p:spTree>
  </p:cSld>
  <p:clrMapOvr>
    <a:masterClrMapping/>
  </p:clrMapOvr>
</p:sld>
</file>

<file path=ppt/theme/theme1.xml><?xml version="1.0" encoding="utf-8"?>
<a:theme xmlns:a="http://schemas.openxmlformats.org/drawingml/2006/main" name="Strategy Plan">
  <a:themeElements>
    <a:clrScheme name="Simple Light">
      <a:dk1>
        <a:srgbClr val="FFFFFF"/>
      </a:dk1>
      <a:lt1>
        <a:srgbClr val="000000"/>
      </a:lt1>
      <a:dk2>
        <a:srgbClr val="999999"/>
      </a:dk2>
      <a:lt2>
        <a:srgbClr val="FFECD1"/>
      </a:lt2>
      <a:accent1>
        <a:srgbClr val="AC6600"/>
      </a:accent1>
      <a:accent2>
        <a:srgbClr val="5E7F00"/>
      </a:accent2>
      <a:accent3>
        <a:srgbClr val="2322EF"/>
      </a:accent3>
      <a:accent4>
        <a:srgbClr val="DDDDFF"/>
      </a:accent4>
      <a:accent5>
        <a:srgbClr val="EFEFEF"/>
      </a:accent5>
      <a:accent6>
        <a:srgbClr val="F7FEEB"/>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714</Words>
  <Application>Microsoft Office PowerPoint</Application>
  <PresentationFormat>On-screen Show (16:9)</PresentationFormat>
  <Paragraphs>126</Paragraphs>
  <Slides>18</Slides>
  <Notes>18</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18</vt:i4>
      </vt:variant>
    </vt:vector>
  </HeadingPairs>
  <TitlesOfParts>
    <vt:vector size="28" baseType="lpstr">
      <vt:lpstr>Arial</vt:lpstr>
      <vt:lpstr>Barlow</vt:lpstr>
      <vt:lpstr>Barlow ExtraLight</vt:lpstr>
      <vt:lpstr>Barlow Light</vt:lpstr>
      <vt:lpstr>Barlow Medium</vt:lpstr>
      <vt:lpstr>Hepta Slab</vt:lpstr>
      <vt:lpstr>Hepta Slab Light</vt:lpstr>
      <vt:lpstr>Hepta Slab Medium</vt:lpstr>
      <vt:lpstr>Strategy Plan</vt:lpstr>
      <vt:lpstr>Simple Light</vt:lpstr>
      <vt:lpstr>Real-World Data Science Application</vt:lpstr>
      <vt:lpstr>PowerPoint Presentation</vt:lpstr>
      <vt:lpstr>Problem Definition</vt:lpstr>
      <vt:lpstr>02. Data Collection </vt:lpstr>
      <vt:lpstr>Website</vt:lpstr>
      <vt:lpstr>03. Data Cleaning  </vt:lpstr>
      <vt:lpstr>PowerPoint Presentation</vt:lpstr>
      <vt:lpstr>PowerPoint Presentation</vt:lpstr>
      <vt:lpstr>PowerPoint Presentation</vt:lpstr>
      <vt:lpstr>PowerPoint Presentation</vt:lpstr>
      <vt:lpstr>04. Exploratory Data Analysis [EDA]</vt:lpstr>
      <vt:lpstr>PowerPoint Presentation</vt:lpstr>
      <vt:lpstr>PowerPoint Presentation</vt:lpstr>
      <vt:lpstr>PowerPoint Presentation</vt:lpstr>
      <vt:lpstr>05. Insights</vt:lpstr>
      <vt:lpstr>PowerPoint Presentation</vt:lpstr>
      <vt:lpstr>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Aman Hatmode</cp:lastModifiedBy>
  <cp:revision>1</cp:revision>
  <dcterms:modified xsi:type="dcterms:W3CDTF">2025-06-02T06:22:22Z</dcterms:modified>
</cp:coreProperties>
</file>